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24"/>
  </p:notesMasterIdLst>
  <p:sldIdLst>
    <p:sldId id="256" r:id="rId2"/>
    <p:sldId id="257" r:id="rId3"/>
    <p:sldId id="258" r:id="rId4"/>
    <p:sldId id="259" r:id="rId5"/>
    <p:sldId id="318" r:id="rId6"/>
    <p:sldId id="260" r:id="rId7"/>
    <p:sldId id="262" r:id="rId8"/>
    <p:sldId id="261" r:id="rId9"/>
    <p:sldId id="312" r:id="rId10"/>
    <p:sldId id="272" r:id="rId11"/>
    <p:sldId id="263" r:id="rId12"/>
    <p:sldId id="275" r:id="rId13"/>
    <p:sldId id="313" r:id="rId14"/>
    <p:sldId id="270" r:id="rId15"/>
    <p:sldId id="314" r:id="rId16"/>
    <p:sldId id="315" r:id="rId17"/>
    <p:sldId id="283" r:id="rId18"/>
    <p:sldId id="264" r:id="rId19"/>
    <p:sldId id="316" r:id="rId20"/>
    <p:sldId id="317" r:id="rId21"/>
    <p:sldId id="319" r:id="rId22"/>
    <p:sldId id="265" r:id="rId23"/>
  </p:sldIdLst>
  <p:sldSz cx="9144000" cy="5143500" type="screen16x9"/>
  <p:notesSz cx="6858000" cy="9144000"/>
  <p:embeddedFontLst>
    <p:embeddedFont>
      <p:font typeface="Cardo" panose="020B0604020202020204" charset="-79"/>
      <p:regular r:id="rId25"/>
      <p:bold r:id="rId26"/>
      <p:italic r:id="rId27"/>
    </p:embeddedFont>
    <p:embeddedFont>
      <p:font typeface="Fira Sans Extra Condensed Medium" panose="020B0604020202020204" charset="0"/>
      <p:regular r:id="rId28"/>
      <p:bold r:id="rId29"/>
      <p:italic r:id="rId30"/>
      <p:boldItalic r:id="rId31"/>
    </p:embeddedFont>
    <p:embeddedFont>
      <p:font typeface="Josefin Sans" pitchFamily="2"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Roboto Condensed Light" panose="02000000000000000000" pitchFamily="2" charset="0"/>
      <p:regular r:id="rId40"/>
      <p:italic r:id="rId41"/>
    </p:embeddedFont>
    <p:embeddedFont>
      <p:font typeface="Teko"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D673D0-9CC1-476B-B92E-84FCB65671E7}">
  <a:tblStyle styleId="{79D673D0-9CC1-476B-B92E-84FCB65671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0c4e3018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10c4e3018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10602e587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10602e587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c4e30189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c4e30189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d019cdf33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019cdf33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d019cdf33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019cdf33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4899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cde4a31ab4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cde4a31ab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d019cdf33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d019cdf330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110602e5875_0_9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110602e5875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110602e5875_0_9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110602e5875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4494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10602e5875_0_19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110602e5875_0_1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0602e5875_0_1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10602e5875_0_1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10602e5875_0_2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110602e5875_0_2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0602e5875_0_1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10602e5875_0_1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6640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10602e5875_0_19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10602e5875_0_1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10602e5875_0_19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10602e5875_0_1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8331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0602e5875_0_1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10602e5875_0_1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4134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110602e5875_0_2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110602e5875_0_2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0602e5875_0_1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10602e5875_0_1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0602e5875_0_1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10602e5875_0_1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782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0602e5875_0_1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10602e5875_0_1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8256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10602e5875_0_18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110602e5875_0_1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7178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10602e5875_0_18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110602e5875_0_1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69674"/>
            <a:ext cx="4608600" cy="2119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5200"/>
              <a:buFont typeface="Josefin Sans"/>
              <a:buNone/>
              <a:defRPr sz="63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3483875"/>
            <a:ext cx="4608600" cy="438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Cardo"/>
              <a:buNone/>
              <a:defRPr sz="1750">
                <a:latin typeface="Cardo"/>
                <a:ea typeface="Cardo"/>
                <a:cs typeface="Cardo"/>
                <a:sym typeface="Card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941700" y="2106650"/>
            <a:ext cx="4462800" cy="1394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3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5843075" y="737511"/>
            <a:ext cx="2561400" cy="1216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2000"/>
              <a:buNone/>
              <a:defRPr sz="9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 name="Google Shape;14;p3"/>
          <p:cNvSpPr txBox="1">
            <a:spLocks noGrp="1"/>
          </p:cNvSpPr>
          <p:nvPr>
            <p:ph type="subTitle" idx="1"/>
          </p:nvPr>
        </p:nvSpPr>
        <p:spPr>
          <a:xfrm>
            <a:off x="4171350" y="3544400"/>
            <a:ext cx="4233000" cy="480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12350" y="475488"/>
            <a:ext cx="7719300" cy="5304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340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7" name="Google Shape;17;p4"/>
          <p:cNvSpPr txBox="1">
            <a:spLocks noGrp="1"/>
          </p:cNvSpPr>
          <p:nvPr>
            <p:ph type="subTitle" idx="1"/>
          </p:nvPr>
        </p:nvSpPr>
        <p:spPr>
          <a:xfrm>
            <a:off x="709875" y="1059000"/>
            <a:ext cx="7719300" cy="3549600"/>
          </a:xfrm>
          <a:prstGeom prst="rect">
            <a:avLst/>
          </a:prstGeom>
        </p:spPr>
        <p:txBody>
          <a:bodyPr spcFirstLastPara="1" wrap="square" lIns="91425" tIns="91425" rIns="91425" bIns="91425" anchor="t" anchorCtr="0">
            <a:noAutofit/>
          </a:bodyPr>
          <a:lstStyle>
            <a:lvl1pPr lvl="0">
              <a:spcBef>
                <a:spcPts val="0"/>
              </a:spcBef>
              <a:spcAft>
                <a:spcPts val="0"/>
              </a:spcAft>
              <a:buClr>
                <a:srgbClr val="434343"/>
              </a:buClr>
              <a:buSzPts val="1200"/>
              <a:buFont typeface="Anaheim"/>
              <a:buAutoNum type="arabicPeriod"/>
              <a:defRPr sz="1250"/>
            </a:lvl1pPr>
            <a:lvl2pPr lvl="1">
              <a:spcBef>
                <a:spcPts val="0"/>
              </a:spcBef>
              <a:spcAft>
                <a:spcPts val="0"/>
              </a:spcAft>
              <a:buClr>
                <a:srgbClr val="434343"/>
              </a:buClr>
              <a:buSzPts val="1200"/>
              <a:buFont typeface="Roboto Condensed Light"/>
              <a:buAutoNum type="alphaLcPeriod"/>
              <a:defRPr/>
            </a:lvl2pPr>
            <a:lvl3pPr lvl="2">
              <a:spcBef>
                <a:spcPts val="0"/>
              </a:spcBef>
              <a:spcAft>
                <a:spcPts val="0"/>
              </a:spcAft>
              <a:buClr>
                <a:srgbClr val="434343"/>
              </a:buClr>
              <a:buSzPts val="1200"/>
              <a:buFont typeface="Roboto Condensed Light"/>
              <a:buAutoNum type="romanLcPeriod"/>
              <a:defRPr/>
            </a:lvl3pPr>
            <a:lvl4pPr lvl="3">
              <a:spcBef>
                <a:spcPts val="0"/>
              </a:spcBef>
              <a:spcAft>
                <a:spcPts val="0"/>
              </a:spcAft>
              <a:buClr>
                <a:srgbClr val="434343"/>
              </a:buClr>
              <a:buSzPts val="1200"/>
              <a:buFont typeface="Roboto Condensed Light"/>
              <a:buAutoNum type="arabicPeriod"/>
              <a:defRPr/>
            </a:lvl4pPr>
            <a:lvl5pPr lvl="4">
              <a:spcBef>
                <a:spcPts val="0"/>
              </a:spcBef>
              <a:spcAft>
                <a:spcPts val="0"/>
              </a:spcAft>
              <a:buClr>
                <a:srgbClr val="434343"/>
              </a:buClr>
              <a:buSzPts val="1200"/>
              <a:buFont typeface="Roboto Condensed Light"/>
              <a:buAutoNum type="alphaLcPeriod"/>
              <a:defRPr/>
            </a:lvl5pPr>
            <a:lvl6pPr lvl="5">
              <a:spcBef>
                <a:spcPts val="0"/>
              </a:spcBef>
              <a:spcAft>
                <a:spcPts val="0"/>
              </a:spcAft>
              <a:buClr>
                <a:srgbClr val="434343"/>
              </a:buClr>
              <a:buSzPts val="1200"/>
              <a:buFont typeface="Roboto Condensed Light"/>
              <a:buAutoNum type="romanLcPeriod"/>
              <a:defRPr/>
            </a:lvl6pPr>
            <a:lvl7pPr lvl="6">
              <a:spcBef>
                <a:spcPts val="0"/>
              </a:spcBef>
              <a:spcAft>
                <a:spcPts val="0"/>
              </a:spcAft>
              <a:buClr>
                <a:srgbClr val="434343"/>
              </a:buClr>
              <a:buSzPts val="1200"/>
              <a:buFont typeface="Roboto Condensed Light"/>
              <a:buAutoNum type="arabicPeriod"/>
              <a:defRPr/>
            </a:lvl7pPr>
            <a:lvl8pPr lvl="7">
              <a:spcBef>
                <a:spcPts val="0"/>
              </a:spcBef>
              <a:spcAft>
                <a:spcPts val="0"/>
              </a:spcAft>
              <a:buClr>
                <a:srgbClr val="434343"/>
              </a:buClr>
              <a:buSzPts val="1200"/>
              <a:buFont typeface="Roboto Condensed Light"/>
              <a:buAutoNum type="alphaLcPeriod"/>
              <a:defRPr/>
            </a:lvl8pPr>
            <a:lvl9pPr lvl="8">
              <a:spcBef>
                <a:spcPts val="0"/>
              </a:spcBef>
              <a:spcAft>
                <a:spcPts val="0"/>
              </a:spcAft>
              <a:buClr>
                <a:srgbClr val="434343"/>
              </a:buClr>
              <a:buSzPts val="1200"/>
              <a:buFont typeface="Roboto Condensed Light"/>
              <a:buAutoNum type="romanLcPeriod"/>
              <a:defRPr/>
            </a:lvl9pPr>
          </a:lstStyle>
          <a:p>
            <a:endParaRPr/>
          </a:p>
        </p:txBody>
      </p:sp>
      <p:pic>
        <p:nvPicPr>
          <p:cNvPr id="18" name="Google Shape;18;p4"/>
          <p:cNvPicPr preferRelativeResize="0"/>
          <p:nvPr/>
        </p:nvPicPr>
        <p:blipFill>
          <a:blip r:embed="rId2">
            <a:alphaModFix/>
          </a:blip>
          <a:stretch>
            <a:fillRect/>
          </a:stretch>
        </p:blipFill>
        <p:spPr>
          <a:xfrm>
            <a:off x="8388650" y="-617175"/>
            <a:ext cx="3571874" cy="3555501"/>
          </a:xfrm>
          <a:prstGeom prst="rect">
            <a:avLst/>
          </a:prstGeom>
          <a:noFill/>
          <a:ln>
            <a:noFill/>
          </a:ln>
        </p:spPr>
      </p:pic>
      <p:pic>
        <p:nvPicPr>
          <p:cNvPr id="19" name="Google Shape;19;p4"/>
          <p:cNvPicPr preferRelativeResize="0"/>
          <p:nvPr/>
        </p:nvPicPr>
        <p:blipFill>
          <a:blip r:embed="rId3">
            <a:alphaModFix/>
          </a:blip>
          <a:stretch>
            <a:fillRect/>
          </a:stretch>
        </p:blipFill>
        <p:spPr>
          <a:xfrm>
            <a:off x="8530325" y="176875"/>
            <a:ext cx="839381" cy="803750"/>
          </a:xfrm>
          <a:prstGeom prst="rect">
            <a:avLst/>
          </a:prstGeom>
          <a:noFill/>
          <a:ln>
            <a:noFill/>
          </a:ln>
        </p:spPr>
      </p:pic>
      <p:pic>
        <p:nvPicPr>
          <p:cNvPr id="20" name="Google Shape;20;p4"/>
          <p:cNvPicPr preferRelativeResize="0"/>
          <p:nvPr/>
        </p:nvPicPr>
        <p:blipFill>
          <a:blip r:embed="rId4">
            <a:alphaModFix/>
          </a:blip>
          <a:stretch>
            <a:fillRect/>
          </a:stretch>
        </p:blipFill>
        <p:spPr>
          <a:xfrm>
            <a:off x="-44650" y="4370000"/>
            <a:ext cx="588600" cy="618625"/>
          </a:xfrm>
          <a:prstGeom prst="rect">
            <a:avLst/>
          </a:prstGeom>
          <a:noFill/>
          <a:ln>
            <a:noFill/>
          </a:ln>
        </p:spPr>
      </p:pic>
      <p:pic>
        <p:nvPicPr>
          <p:cNvPr id="21" name="Google Shape;21;p4"/>
          <p:cNvPicPr preferRelativeResize="0"/>
          <p:nvPr/>
        </p:nvPicPr>
        <p:blipFill>
          <a:blip r:embed="rId2">
            <a:alphaModFix/>
          </a:blip>
          <a:stretch>
            <a:fillRect/>
          </a:stretch>
        </p:blipFill>
        <p:spPr>
          <a:xfrm>
            <a:off x="-2899225" y="2084325"/>
            <a:ext cx="3571874" cy="355550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749104" y="2571065"/>
            <a:ext cx="1645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40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4" name="Google Shape;24;p5"/>
          <p:cNvSpPr txBox="1">
            <a:spLocks noGrp="1"/>
          </p:cNvSpPr>
          <p:nvPr>
            <p:ph type="subTitle" idx="1"/>
          </p:nvPr>
        </p:nvSpPr>
        <p:spPr>
          <a:xfrm>
            <a:off x="3749100" y="448285"/>
            <a:ext cx="16458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000"/>
              <a:buFont typeface="Teko"/>
              <a:buNone/>
              <a:defRPr sz="3400">
                <a:solidFill>
                  <a:schemeClr val="lt1"/>
                </a:solidFill>
                <a:latin typeface="Josefin Sans"/>
                <a:ea typeface="Josefin Sans"/>
                <a:cs typeface="Josefin Sans"/>
                <a:sym typeface="Josefin Sans"/>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
        <p:nvSpPr>
          <p:cNvPr id="25" name="Google Shape;25;p5"/>
          <p:cNvSpPr txBox="1">
            <a:spLocks noGrp="1"/>
          </p:cNvSpPr>
          <p:nvPr>
            <p:ph type="subTitle" idx="2"/>
          </p:nvPr>
        </p:nvSpPr>
        <p:spPr>
          <a:xfrm>
            <a:off x="3200404" y="3334331"/>
            <a:ext cx="27432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6" name="Google Shape;26;p5"/>
          <p:cNvSpPr txBox="1">
            <a:spLocks noGrp="1"/>
          </p:cNvSpPr>
          <p:nvPr>
            <p:ph type="subTitle" idx="3"/>
          </p:nvPr>
        </p:nvSpPr>
        <p:spPr>
          <a:xfrm>
            <a:off x="3198600" y="1214697"/>
            <a:ext cx="27468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704600" y="475488"/>
            <a:ext cx="4084200" cy="530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4788800" y="1691465"/>
            <a:ext cx="3499200" cy="23616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chemeClr val="lt1"/>
              </a:buClr>
              <a:buSzPts val="800"/>
              <a:buFont typeface="Open Sans"/>
              <a:buChar char="●"/>
              <a:defRPr sz="1400"/>
            </a:lvl1pPr>
            <a:lvl2pPr marL="914400" lvl="1" indent="-279400">
              <a:spcBef>
                <a:spcPts val="0"/>
              </a:spcBef>
              <a:spcAft>
                <a:spcPts val="0"/>
              </a:spcAft>
              <a:buClr>
                <a:srgbClr val="999999"/>
              </a:buClr>
              <a:buSzPts val="800"/>
              <a:buFont typeface="Open Sans"/>
              <a:buChar char="○"/>
              <a:defRPr/>
            </a:lvl2pPr>
            <a:lvl3pPr marL="1371600" lvl="2" indent="-279400">
              <a:spcBef>
                <a:spcPts val="0"/>
              </a:spcBef>
              <a:spcAft>
                <a:spcPts val="0"/>
              </a:spcAft>
              <a:buClr>
                <a:srgbClr val="999999"/>
              </a:buClr>
              <a:buSzPts val="800"/>
              <a:buFont typeface="Open Sans"/>
              <a:buChar char="■"/>
              <a:defRPr/>
            </a:lvl3pPr>
            <a:lvl4pPr marL="1828800" lvl="3" indent="-279400">
              <a:spcBef>
                <a:spcPts val="0"/>
              </a:spcBef>
              <a:spcAft>
                <a:spcPts val="0"/>
              </a:spcAft>
              <a:buClr>
                <a:srgbClr val="999999"/>
              </a:buClr>
              <a:buSzPts val="800"/>
              <a:buFont typeface="Open Sans"/>
              <a:buChar char="●"/>
              <a:defRPr/>
            </a:lvl4pPr>
            <a:lvl5pPr marL="2286000" lvl="4" indent="-304800">
              <a:spcBef>
                <a:spcPts val="0"/>
              </a:spcBef>
              <a:spcAft>
                <a:spcPts val="0"/>
              </a:spcAft>
              <a:buClr>
                <a:srgbClr val="999999"/>
              </a:buClr>
              <a:buSzPts val="1200"/>
              <a:buFont typeface="Open Sans"/>
              <a:buChar char="○"/>
              <a:defRPr/>
            </a:lvl5pPr>
            <a:lvl6pPr marL="2743200" lvl="5" indent="-304800">
              <a:spcBef>
                <a:spcPts val="0"/>
              </a:spcBef>
              <a:spcAft>
                <a:spcPts val="0"/>
              </a:spcAft>
              <a:buClr>
                <a:srgbClr val="999999"/>
              </a:buClr>
              <a:buSzPts val="1200"/>
              <a:buFont typeface="Open Sans"/>
              <a:buChar char="■"/>
              <a:defRPr/>
            </a:lvl6pPr>
            <a:lvl7pPr marL="3200400" lvl="6" indent="-273050">
              <a:spcBef>
                <a:spcPts val="0"/>
              </a:spcBef>
              <a:spcAft>
                <a:spcPts val="0"/>
              </a:spcAft>
              <a:buClr>
                <a:srgbClr val="999999"/>
              </a:buClr>
              <a:buSzPts val="700"/>
              <a:buFont typeface="Open Sans"/>
              <a:buChar char="●"/>
              <a:defRPr/>
            </a:lvl7pPr>
            <a:lvl8pPr marL="3657600" lvl="7" indent="-273050">
              <a:spcBef>
                <a:spcPts val="0"/>
              </a:spcBef>
              <a:spcAft>
                <a:spcPts val="0"/>
              </a:spcAft>
              <a:buClr>
                <a:srgbClr val="999999"/>
              </a:buClr>
              <a:buSzPts val="700"/>
              <a:buFont typeface="Open Sans"/>
              <a:buChar char="○"/>
              <a:defRPr/>
            </a:lvl8pPr>
            <a:lvl9pPr marL="4114800" lvl="8" indent="-266700">
              <a:spcBef>
                <a:spcPts val="0"/>
              </a:spcBef>
              <a:spcAft>
                <a:spcPts val="0"/>
              </a:spcAft>
              <a:buClr>
                <a:srgbClr val="999999"/>
              </a:buClr>
              <a:buSzPts val="600"/>
              <a:buFont typeface="Open Sans"/>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1500450" y="1614300"/>
            <a:ext cx="6143100" cy="19149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4800"/>
              <a:buNone/>
              <a:defRPr sz="7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txBox="1">
            <a:spLocks noGrp="1"/>
          </p:cNvSpPr>
          <p:nvPr>
            <p:ph type="ctrTitle"/>
          </p:nvPr>
        </p:nvSpPr>
        <p:spPr>
          <a:xfrm>
            <a:off x="713225" y="1590900"/>
            <a:ext cx="4644900" cy="938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100">
                <a:solidFill>
                  <a:schemeClr val="lt1"/>
                </a:solidFill>
              </a:defRPr>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38" name="Google Shape;38;p9"/>
          <p:cNvSpPr txBox="1">
            <a:spLocks noGrp="1"/>
          </p:cNvSpPr>
          <p:nvPr>
            <p:ph type="subTitle" idx="1"/>
          </p:nvPr>
        </p:nvSpPr>
        <p:spPr>
          <a:xfrm>
            <a:off x="713225" y="2458725"/>
            <a:ext cx="3995100" cy="1151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_12_1">
    <p:spTree>
      <p:nvGrpSpPr>
        <p:cNvPr id="1" name="Shape 45"/>
        <p:cNvGrpSpPr/>
        <p:nvPr/>
      </p:nvGrpSpPr>
      <p:grpSpPr>
        <a:xfrm>
          <a:off x="0" y="0"/>
          <a:ext cx="0" cy="0"/>
          <a:chOff x="0" y="0"/>
          <a:chExt cx="0" cy="0"/>
        </a:xfrm>
      </p:grpSpPr>
      <p:sp>
        <p:nvSpPr>
          <p:cNvPr id="46" name="Google Shape;46;p13"/>
          <p:cNvSpPr txBox="1">
            <a:spLocks noGrp="1"/>
          </p:cNvSpPr>
          <p:nvPr>
            <p:ph type="ctrTitle"/>
          </p:nvPr>
        </p:nvSpPr>
        <p:spPr>
          <a:xfrm>
            <a:off x="713225" y="1650344"/>
            <a:ext cx="2084700" cy="5778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200"/>
              <a:buNone/>
              <a:defRPr sz="1900">
                <a:solidFill>
                  <a:schemeClr val="dk2"/>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47" name="Google Shape;47;p13"/>
          <p:cNvSpPr txBox="1">
            <a:spLocks noGrp="1"/>
          </p:cNvSpPr>
          <p:nvPr>
            <p:ph type="subTitle" idx="1"/>
          </p:nvPr>
        </p:nvSpPr>
        <p:spPr>
          <a:xfrm>
            <a:off x="713225" y="2185967"/>
            <a:ext cx="2084700" cy="5778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48" name="Google Shape;48;p13"/>
          <p:cNvSpPr txBox="1">
            <a:spLocks noGrp="1"/>
          </p:cNvSpPr>
          <p:nvPr>
            <p:ph type="title" idx="2" hasCustomPrompt="1"/>
          </p:nvPr>
        </p:nvSpPr>
        <p:spPr>
          <a:xfrm>
            <a:off x="713225" y="1100675"/>
            <a:ext cx="2084700" cy="5778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700">
                <a:solidFill>
                  <a:schemeClr val="lt1"/>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9" name="Google Shape;49;p13"/>
          <p:cNvSpPr txBox="1">
            <a:spLocks noGrp="1"/>
          </p:cNvSpPr>
          <p:nvPr>
            <p:ph type="ctrTitle" idx="3"/>
          </p:nvPr>
        </p:nvSpPr>
        <p:spPr>
          <a:xfrm>
            <a:off x="6346026" y="1650344"/>
            <a:ext cx="2084700" cy="5778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1200"/>
              <a:buNone/>
              <a:defRPr sz="1900">
                <a:solidFill>
                  <a:schemeClr val="dk2"/>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0" name="Google Shape;50;p13"/>
          <p:cNvSpPr txBox="1">
            <a:spLocks noGrp="1"/>
          </p:cNvSpPr>
          <p:nvPr>
            <p:ph type="subTitle" idx="4"/>
          </p:nvPr>
        </p:nvSpPr>
        <p:spPr>
          <a:xfrm>
            <a:off x="6346031" y="2185967"/>
            <a:ext cx="2084700" cy="5778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51" name="Google Shape;51;p13"/>
          <p:cNvSpPr txBox="1">
            <a:spLocks noGrp="1"/>
          </p:cNvSpPr>
          <p:nvPr>
            <p:ph type="title" idx="5" hasCustomPrompt="1"/>
          </p:nvPr>
        </p:nvSpPr>
        <p:spPr>
          <a:xfrm>
            <a:off x="6346031" y="1102100"/>
            <a:ext cx="2084700" cy="5763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4800"/>
              <a:buNone/>
              <a:defRPr sz="3700">
                <a:solidFill>
                  <a:schemeClr val="lt1"/>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2" name="Google Shape;52;p13"/>
          <p:cNvSpPr txBox="1">
            <a:spLocks noGrp="1"/>
          </p:cNvSpPr>
          <p:nvPr>
            <p:ph type="ctrTitle" idx="6"/>
          </p:nvPr>
        </p:nvSpPr>
        <p:spPr>
          <a:xfrm>
            <a:off x="713225" y="3490894"/>
            <a:ext cx="2084700" cy="5778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200"/>
              <a:buNone/>
              <a:defRPr sz="1900">
                <a:solidFill>
                  <a:schemeClr val="dk2"/>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3" name="Google Shape;53;p13"/>
          <p:cNvSpPr txBox="1">
            <a:spLocks noGrp="1"/>
          </p:cNvSpPr>
          <p:nvPr>
            <p:ph type="subTitle" idx="7"/>
          </p:nvPr>
        </p:nvSpPr>
        <p:spPr>
          <a:xfrm>
            <a:off x="713225" y="4030767"/>
            <a:ext cx="2084700" cy="5778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54" name="Google Shape;54;p13"/>
          <p:cNvSpPr txBox="1">
            <a:spLocks noGrp="1"/>
          </p:cNvSpPr>
          <p:nvPr>
            <p:ph type="title" idx="8" hasCustomPrompt="1"/>
          </p:nvPr>
        </p:nvSpPr>
        <p:spPr>
          <a:xfrm>
            <a:off x="713225" y="2939850"/>
            <a:ext cx="2084700" cy="5778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700">
                <a:solidFill>
                  <a:schemeClr val="lt1"/>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13"/>
          <p:cNvSpPr txBox="1">
            <a:spLocks noGrp="1"/>
          </p:cNvSpPr>
          <p:nvPr>
            <p:ph type="ctrTitle" idx="9"/>
          </p:nvPr>
        </p:nvSpPr>
        <p:spPr>
          <a:xfrm>
            <a:off x="6346026" y="3490895"/>
            <a:ext cx="2084700" cy="5778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1200"/>
              <a:buNone/>
              <a:defRPr sz="1900">
                <a:solidFill>
                  <a:schemeClr val="dk2"/>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6" name="Google Shape;56;p13"/>
          <p:cNvSpPr txBox="1">
            <a:spLocks noGrp="1"/>
          </p:cNvSpPr>
          <p:nvPr>
            <p:ph type="subTitle" idx="13"/>
          </p:nvPr>
        </p:nvSpPr>
        <p:spPr>
          <a:xfrm>
            <a:off x="6346031" y="4030767"/>
            <a:ext cx="2084700" cy="5778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57" name="Google Shape;57;p13"/>
          <p:cNvSpPr txBox="1">
            <a:spLocks noGrp="1"/>
          </p:cNvSpPr>
          <p:nvPr>
            <p:ph type="title" idx="14" hasCustomPrompt="1"/>
          </p:nvPr>
        </p:nvSpPr>
        <p:spPr>
          <a:xfrm>
            <a:off x="6346031" y="2939850"/>
            <a:ext cx="2084700" cy="5778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4800"/>
              <a:buNone/>
              <a:defRPr sz="3700">
                <a:solidFill>
                  <a:schemeClr val="lt1"/>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8" name="Google Shape;58;p13"/>
          <p:cNvSpPr txBox="1">
            <a:spLocks noGrp="1"/>
          </p:cNvSpPr>
          <p:nvPr>
            <p:ph type="ctrTitle" idx="15"/>
          </p:nvPr>
        </p:nvSpPr>
        <p:spPr>
          <a:xfrm>
            <a:off x="713225" y="475874"/>
            <a:ext cx="7717500" cy="5259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400">
                <a:solidFill>
                  <a:schemeClr val="l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732575" y="2473925"/>
            <a:ext cx="4099800" cy="69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600"/>
              <a:buNone/>
              <a:defRPr sz="43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0" name="Google Shape;70;p17"/>
          <p:cNvSpPr txBox="1">
            <a:spLocks noGrp="1"/>
          </p:cNvSpPr>
          <p:nvPr>
            <p:ph type="title" idx="2" hasCustomPrompt="1"/>
          </p:nvPr>
        </p:nvSpPr>
        <p:spPr>
          <a:xfrm>
            <a:off x="732575" y="1178426"/>
            <a:ext cx="2561400" cy="1216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0"/>
              <a:buNone/>
              <a:defRPr sz="9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1" name="Google Shape;71;p17"/>
          <p:cNvSpPr txBox="1">
            <a:spLocks noGrp="1"/>
          </p:cNvSpPr>
          <p:nvPr>
            <p:ph type="subTitle" idx="1"/>
          </p:nvPr>
        </p:nvSpPr>
        <p:spPr>
          <a:xfrm>
            <a:off x="732575" y="3299049"/>
            <a:ext cx="4099800" cy="480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SECTION_HEADER_1_1">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2216050" y="2716297"/>
            <a:ext cx="4390800" cy="1361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3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4" name="Google Shape;74;p18"/>
          <p:cNvSpPr txBox="1">
            <a:spLocks noGrp="1"/>
          </p:cNvSpPr>
          <p:nvPr>
            <p:ph type="title" idx="2" hasCustomPrompt="1"/>
          </p:nvPr>
        </p:nvSpPr>
        <p:spPr>
          <a:xfrm>
            <a:off x="630300" y="2785500"/>
            <a:ext cx="1596900" cy="1216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2000"/>
              <a:buNone/>
              <a:defRPr sz="9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5" name="Google Shape;75;p18"/>
          <p:cNvSpPr txBox="1">
            <a:spLocks noGrp="1"/>
          </p:cNvSpPr>
          <p:nvPr>
            <p:ph type="subTitle" idx="1"/>
          </p:nvPr>
        </p:nvSpPr>
        <p:spPr>
          <a:xfrm>
            <a:off x="2216050" y="4125778"/>
            <a:ext cx="4537500" cy="480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3">
  <p:cSld name="SECTION_HEADER_2">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2552780" y="2716297"/>
            <a:ext cx="4390800" cy="1361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3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8" name="Google Shape;78;p19"/>
          <p:cNvSpPr txBox="1">
            <a:spLocks noGrp="1"/>
          </p:cNvSpPr>
          <p:nvPr>
            <p:ph type="title" idx="2" hasCustomPrompt="1"/>
          </p:nvPr>
        </p:nvSpPr>
        <p:spPr>
          <a:xfrm>
            <a:off x="6833875" y="2861700"/>
            <a:ext cx="1596900" cy="1216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2000"/>
              <a:buNone/>
              <a:defRPr sz="9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9" name="Google Shape;79;p19"/>
          <p:cNvSpPr txBox="1">
            <a:spLocks noGrp="1"/>
          </p:cNvSpPr>
          <p:nvPr>
            <p:ph type="subTitle" idx="1"/>
          </p:nvPr>
        </p:nvSpPr>
        <p:spPr>
          <a:xfrm>
            <a:off x="2406080" y="4125778"/>
            <a:ext cx="4537500" cy="480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13_1">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717144" y="1577165"/>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2" name="Google Shape;82;p20"/>
          <p:cNvSpPr txBox="1">
            <a:spLocks noGrp="1"/>
          </p:cNvSpPr>
          <p:nvPr>
            <p:ph type="subTitle" idx="1"/>
          </p:nvPr>
        </p:nvSpPr>
        <p:spPr>
          <a:xfrm>
            <a:off x="713225" y="2306939"/>
            <a:ext cx="3871800" cy="125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13_1_1">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5623687" y="1580048"/>
            <a:ext cx="2807100" cy="759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340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5" name="Google Shape;85;p21"/>
          <p:cNvSpPr txBox="1">
            <a:spLocks noGrp="1"/>
          </p:cNvSpPr>
          <p:nvPr>
            <p:ph type="subTitle" idx="1"/>
          </p:nvPr>
        </p:nvSpPr>
        <p:spPr>
          <a:xfrm>
            <a:off x="4562887" y="2311568"/>
            <a:ext cx="3867900" cy="1490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5_1">
    <p:spTree>
      <p:nvGrpSpPr>
        <p:cNvPr id="1" name="Shape 117"/>
        <p:cNvGrpSpPr/>
        <p:nvPr/>
      </p:nvGrpSpPr>
      <p:grpSpPr>
        <a:xfrm>
          <a:off x="0" y="0"/>
          <a:ext cx="0" cy="0"/>
          <a:chOff x="0" y="0"/>
          <a:chExt cx="0" cy="0"/>
        </a:xfrm>
      </p:grpSpPr>
      <p:sp>
        <p:nvSpPr>
          <p:cNvPr id="118" name="Google Shape;118;p28"/>
          <p:cNvSpPr txBox="1">
            <a:spLocks noGrp="1"/>
          </p:cNvSpPr>
          <p:nvPr>
            <p:ph type="title"/>
          </p:nvPr>
        </p:nvSpPr>
        <p:spPr>
          <a:xfrm>
            <a:off x="713225" y="475488"/>
            <a:ext cx="7726800" cy="53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40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9" name="Google Shape;119;p28"/>
          <p:cNvSpPr txBox="1">
            <a:spLocks noGrp="1"/>
          </p:cNvSpPr>
          <p:nvPr>
            <p:ph type="subTitle" idx="1"/>
          </p:nvPr>
        </p:nvSpPr>
        <p:spPr>
          <a:xfrm>
            <a:off x="2742425" y="1577400"/>
            <a:ext cx="2328900" cy="6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0" name="Google Shape;120;p28"/>
          <p:cNvSpPr txBox="1">
            <a:spLocks noGrp="1"/>
          </p:cNvSpPr>
          <p:nvPr>
            <p:ph type="subTitle" idx="2"/>
          </p:nvPr>
        </p:nvSpPr>
        <p:spPr>
          <a:xfrm>
            <a:off x="2742424" y="1193700"/>
            <a:ext cx="2328900" cy="394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Teko"/>
              <a:buNone/>
              <a:defRPr sz="1900">
                <a:solidFill>
                  <a:schemeClr val="dk2"/>
                </a:solidFill>
                <a:latin typeface="Josefin Sans"/>
                <a:ea typeface="Josefin Sans"/>
                <a:cs typeface="Josefin Sans"/>
                <a:sym typeface="Josefin Sans"/>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1" name="Google Shape;121;p28"/>
          <p:cNvSpPr txBox="1">
            <a:spLocks noGrp="1"/>
          </p:cNvSpPr>
          <p:nvPr>
            <p:ph type="subTitle" idx="3"/>
          </p:nvPr>
        </p:nvSpPr>
        <p:spPr>
          <a:xfrm>
            <a:off x="4072700" y="2741650"/>
            <a:ext cx="2328900" cy="698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2" name="Google Shape;122;p28"/>
          <p:cNvSpPr txBox="1">
            <a:spLocks noGrp="1"/>
          </p:cNvSpPr>
          <p:nvPr>
            <p:ph type="subTitle" idx="4"/>
          </p:nvPr>
        </p:nvSpPr>
        <p:spPr>
          <a:xfrm>
            <a:off x="4072699" y="2358863"/>
            <a:ext cx="2328900" cy="394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Font typeface="Teko"/>
              <a:buNone/>
              <a:defRPr sz="1900">
                <a:solidFill>
                  <a:schemeClr val="dk2"/>
                </a:solidFill>
                <a:latin typeface="Josefin Sans"/>
                <a:ea typeface="Josefin Sans"/>
                <a:cs typeface="Josefin Sans"/>
                <a:sym typeface="Josefin Sans"/>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3" name="Google Shape;123;p28"/>
          <p:cNvSpPr txBox="1">
            <a:spLocks noGrp="1"/>
          </p:cNvSpPr>
          <p:nvPr>
            <p:ph type="subTitle" idx="5"/>
          </p:nvPr>
        </p:nvSpPr>
        <p:spPr>
          <a:xfrm>
            <a:off x="2742425" y="3909775"/>
            <a:ext cx="2328900" cy="6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24" name="Google Shape;124;p28"/>
          <p:cNvSpPr txBox="1">
            <a:spLocks noGrp="1"/>
          </p:cNvSpPr>
          <p:nvPr>
            <p:ph type="subTitle" idx="6"/>
          </p:nvPr>
        </p:nvSpPr>
        <p:spPr>
          <a:xfrm>
            <a:off x="2742424" y="3530785"/>
            <a:ext cx="2328900" cy="394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Teko"/>
              <a:buNone/>
              <a:defRPr sz="1900">
                <a:solidFill>
                  <a:schemeClr val="dk2"/>
                </a:solidFill>
                <a:latin typeface="Josefin Sans"/>
                <a:ea typeface="Josefin Sans"/>
                <a:cs typeface="Josefin Sans"/>
                <a:sym typeface="Josefin Sans"/>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pic>
        <p:nvPicPr>
          <p:cNvPr id="125" name="Google Shape;125;p28"/>
          <p:cNvPicPr preferRelativeResize="0"/>
          <p:nvPr/>
        </p:nvPicPr>
        <p:blipFill>
          <a:blip r:embed="rId2">
            <a:alphaModFix/>
          </a:blip>
          <a:stretch>
            <a:fillRect/>
          </a:stretch>
        </p:blipFill>
        <p:spPr>
          <a:xfrm>
            <a:off x="-1296225" y="514075"/>
            <a:ext cx="3571874" cy="3555501"/>
          </a:xfrm>
          <a:prstGeom prst="rect">
            <a:avLst/>
          </a:prstGeom>
          <a:noFill/>
          <a:ln>
            <a:noFill/>
          </a:ln>
        </p:spPr>
      </p:pic>
      <p:pic>
        <p:nvPicPr>
          <p:cNvPr id="126" name="Google Shape;126;p28"/>
          <p:cNvPicPr preferRelativeResize="0"/>
          <p:nvPr/>
        </p:nvPicPr>
        <p:blipFill>
          <a:blip r:embed="rId2">
            <a:alphaModFix/>
          </a:blip>
          <a:stretch>
            <a:fillRect/>
          </a:stretch>
        </p:blipFill>
        <p:spPr>
          <a:xfrm>
            <a:off x="6788975" y="1168800"/>
            <a:ext cx="3571874" cy="35555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TITLE_AND_BODY_1_1_1">
    <p:spTree>
      <p:nvGrpSpPr>
        <p:cNvPr id="1" name="Shape 190"/>
        <p:cNvGrpSpPr/>
        <p:nvPr/>
      </p:nvGrpSpPr>
      <p:grpSpPr>
        <a:xfrm>
          <a:off x="0" y="0"/>
          <a:ext cx="0" cy="0"/>
          <a:chOff x="0" y="0"/>
          <a:chExt cx="0" cy="0"/>
        </a:xfrm>
      </p:grpSpPr>
      <p:pic>
        <p:nvPicPr>
          <p:cNvPr id="191" name="Google Shape;191;p36"/>
          <p:cNvPicPr preferRelativeResize="0"/>
          <p:nvPr/>
        </p:nvPicPr>
        <p:blipFill>
          <a:blip r:embed="rId2">
            <a:alphaModFix/>
          </a:blip>
          <a:stretch>
            <a:fillRect/>
          </a:stretch>
        </p:blipFill>
        <p:spPr>
          <a:xfrm>
            <a:off x="7224675" y="1704325"/>
            <a:ext cx="3571874" cy="3555501"/>
          </a:xfrm>
          <a:prstGeom prst="rect">
            <a:avLst/>
          </a:prstGeom>
          <a:noFill/>
          <a:ln>
            <a:noFill/>
          </a:ln>
        </p:spPr>
      </p:pic>
      <p:grpSp>
        <p:nvGrpSpPr>
          <p:cNvPr id="192" name="Google Shape;192;p36"/>
          <p:cNvGrpSpPr/>
          <p:nvPr/>
        </p:nvGrpSpPr>
        <p:grpSpPr>
          <a:xfrm rot="10800000">
            <a:off x="-1235208" y="219091"/>
            <a:ext cx="3571874" cy="3605474"/>
            <a:chOff x="7224675" y="-1465300"/>
            <a:chExt cx="3571874" cy="3605474"/>
          </a:xfrm>
        </p:grpSpPr>
        <p:pic>
          <p:nvPicPr>
            <p:cNvPr id="193" name="Google Shape;193;p36"/>
            <p:cNvPicPr preferRelativeResize="0"/>
            <p:nvPr/>
          </p:nvPicPr>
          <p:blipFill rotWithShape="1">
            <a:blip r:embed="rId2">
              <a:alphaModFix/>
            </a:blip>
            <a:srcRect l="-30550" t="-21349" r="30550" b="21350"/>
            <a:stretch/>
          </p:blipFill>
          <p:spPr>
            <a:xfrm>
              <a:off x="7224675" y="-1465300"/>
              <a:ext cx="3571874" cy="3555501"/>
            </a:xfrm>
            <a:prstGeom prst="rect">
              <a:avLst/>
            </a:prstGeom>
            <a:noFill/>
            <a:ln>
              <a:noFill/>
            </a:ln>
          </p:spPr>
        </p:pic>
        <p:pic>
          <p:nvPicPr>
            <p:cNvPr id="194" name="Google Shape;194;p36"/>
            <p:cNvPicPr preferRelativeResize="0"/>
            <p:nvPr/>
          </p:nvPicPr>
          <p:blipFill>
            <a:blip r:embed="rId3">
              <a:alphaModFix/>
            </a:blip>
            <a:stretch>
              <a:fillRect/>
            </a:stretch>
          </p:blipFill>
          <p:spPr>
            <a:xfrm>
              <a:off x="7542416" y="261250"/>
              <a:ext cx="1000659" cy="510975"/>
            </a:xfrm>
            <a:prstGeom prst="rect">
              <a:avLst/>
            </a:prstGeom>
            <a:noFill/>
            <a:ln>
              <a:noFill/>
            </a:ln>
          </p:spPr>
        </p:pic>
        <p:pic>
          <p:nvPicPr>
            <p:cNvPr id="195" name="Google Shape;195;p36"/>
            <p:cNvPicPr preferRelativeResize="0"/>
            <p:nvPr/>
          </p:nvPicPr>
          <p:blipFill>
            <a:blip r:embed="rId4">
              <a:alphaModFix/>
            </a:blip>
            <a:stretch>
              <a:fillRect/>
            </a:stretch>
          </p:blipFill>
          <p:spPr>
            <a:xfrm>
              <a:off x="7982553" y="972824"/>
              <a:ext cx="1344325" cy="1167350"/>
            </a:xfrm>
            <a:prstGeom prst="rect">
              <a:avLst/>
            </a:prstGeom>
            <a:noFill/>
            <a:ln>
              <a:noFill/>
            </a:ln>
          </p:spPr>
        </p:pic>
        <p:pic>
          <p:nvPicPr>
            <p:cNvPr id="196" name="Google Shape;196;p36"/>
            <p:cNvPicPr preferRelativeResize="0"/>
            <p:nvPr/>
          </p:nvPicPr>
          <p:blipFill>
            <a:blip r:embed="rId5">
              <a:alphaModFix/>
            </a:blip>
            <a:stretch>
              <a:fillRect/>
            </a:stretch>
          </p:blipFill>
          <p:spPr>
            <a:xfrm>
              <a:off x="7887441" y="936059"/>
              <a:ext cx="875027" cy="892182"/>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TITLE_AND_TWO_COLUMNS_1_4_1_2">
    <p:spTree>
      <p:nvGrpSpPr>
        <p:cNvPr id="1" name="Shape 197"/>
        <p:cNvGrpSpPr/>
        <p:nvPr/>
      </p:nvGrpSpPr>
      <p:grpSpPr>
        <a:xfrm>
          <a:off x="0" y="0"/>
          <a:ext cx="0" cy="0"/>
          <a:chOff x="0" y="0"/>
          <a:chExt cx="0" cy="0"/>
        </a:xfrm>
      </p:grpSpPr>
      <p:grpSp>
        <p:nvGrpSpPr>
          <p:cNvPr id="198" name="Google Shape;198;p37"/>
          <p:cNvGrpSpPr/>
          <p:nvPr/>
        </p:nvGrpSpPr>
        <p:grpSpPr>
          <a:xfrm>
            <a:off x="-2235200" y="-616700"/>
            <a:ext cx="3571881" cy="3555501"/>
            <a:chOff x="-2235200" y="-616700"/>
            <a:chExt cx="3571881" cy="3555501"/>
          </a:xfrm>
        </p:grpSpPr>
        <p:pic>
          <p:nvPicPr>
            <p:cNvPr id="199" name="Google Shape;199;p37"/>
            <p:cNvPicPr preferRelativeResize="0"/>
            <p:nvPr/>
          </p:nvPicPr>
          <p:blipFill>
            <a:blip r:embed="rId2">
              <a:alphaModFix/>
            </a:blip>
            <a:stretch>
              <a:fillRect/>
            </a:stretch>
          </p:blipFill>
          <p:spPr>
            <a:xfrm>
              <a:off x="-238484" y="376937"/>
              <a:ext cx="1344325" cy="1167350"/>
            </a:xfrm>
            <a:prstGeom prst="rect">
              <a:avLst/>
            </a:prstGeom>
            <a:noFill/>
            <a:ln>
              <a:noFill/>
            </a:ln>
          </p:spPr>
        </p:pic>
        <p:pic>
          <p:nvPicPr>
            <p:cNvPr id="200" name="Google Shape;200;p37"/>
            <p:cNvPicPr preferRelativeResize="0"/>
            <p:nvPr/>
          </p:nvPicPr>
          <p:blipFill>
            <a:blip r:embed="rId3">
              <a:alphaModFix/>
            </a:blip>
            <a:stretch>
              <a:fillRect/>
            </a:stretch>
          </p:blipFill>
          <p:spPr>
            <a:xfrm>
              <a:off x="-2235200" y="-616700"/>
              <a:ext cx="3571874" cy="3555501"/>
            </a:xfrm>
            <a:prstGeom prst="rect">
              <a:avLst/>
            </a:prstGeom>
            <a:noFill/>
            <a:ln>
              <a:noFill/>
            </a:ln>
          </p:spPr>
        </p:pic>
        <p:pic>
          <p:nvPicPr>
            <p:cNvPr id="201" name="Google Shape;201;p37"/>
            <p:cNvPicPr preferRelativeResize="0"/>
            <p:nvPr/>
          </p:nvPicPr>
          <p:blipFill>
            <a:blip r:embed="rId4">
              <a:alphaModFix/>
            </a:blip>
            <a:stretch>
              <a:fillRect/>
            </a:stretch>
          </p:blipFill>
          <p:spPr>
            <a:xfrm>
              <a:off x="497300" y="202150"/>
              <a:ext cx="839381" cy="803750"/>
            </a:xfrm>
            <a:prstGeom prst="rect">
              <a:avLst/>
            </a:prstGeom>
            <a:noFill/>
            <a:ln>
              <a:noFill/>
            </a:ln>
          </p:spPr>
        </p:pic>
      </p:grpSp>
      <p:grpSp>
        <p:nvGrpSpPr>
          <p:cNvPr id="202" name="Google Shape;202;p37"/>
          <p:cNvGrpSpPr/>
          <p:nvPr/>
        </p:nvGrpSpPr>
        <p:grpSpPr>
          <a:xfrm>
            <a:off x="8184066" y="2360800"/>
            <a:ext cx="3730958" cy="3555501"/>
            <a:chOff x="8184066" y="2360800"/>
            <a:chExt cx="3730958" cy="3555501"/>
          </a:xfrm>
        </p:grpSpPr>
        <p:pic>
          <p:nvPicPr>
            <p:cNvPr id="203" name="Google Shape;203;p37"/>
            <p:cNvPicPr preferRelativeResize="0"/>
            <p:nvPr/>
          </p:nvPicPr>
          <p:blipFill>
            <a:blip r:embed="rId3">
              <a:alphaModFix/>
            </a:blip>
            <a:stretch>
              <a:fillRect/>
            </a:stretch>
          </p:blipFill>
          <p:spPr>
            <a:xfrm>
              <a:off x="8343150" y="2360800"/>
              <a:ext cx="3571874" cy="3555501"/>
            </a:xfrm>
            <a:prstGeom prst="rect">
              <a:avLst/>
            </a:prstGeom>
            <a:noFill/>
            <a:ln>
              <a:noFill/>
            </a:ln>
          </p:spPr>
        </p:pic>
        <p:pic>
          <p:nvPicPr>
            <p:cNvPr id="204" name="Google Shape;204;p37"/>
            <p:cNvPicPr preferRelativeResize="0"/>
            <p:nvPr/>
          </p:nvPicPr>
          <p:blipFill>
            <a:blip r:embed="rId2">
              <a:alphaModFix/>
            </a:blip>
            <a:stretch>
              <a:fillRect/>
            </a:stretch>
          </p:blipFill>
          <p:spPr>
            <a:xfrm>
              <a:off x="8184066" y="4024912"/>
              <a:ext cx="1344325" cy="1167350"/>
            </a:xfrm>
            <a:prstGeom prst="rect">
              <a:avLst/>
            </a:prstGeom>
            <a:noFill/>
            <a:ln>
              <a:noFill/>
            </a:ln>
          </p:spPr>
        </p:pic>
        <p:pic>
          <p:nvPicPr>
            <p:cNvPr id="205" name="Google Shape;205;p37"/>
            <p:cNvPicPr preferRelativeResize="0"/>
            <p:nvPr/>
          </p:nvPicPr>
          <p:blipFill>
            <a:blip r:embed="rId5">
              <a:alphaModFix/>
            </a:blip>
            <a:stretch>
              <a:fillRect/>
            </a:stretch>
          </p:blipFill>
          <p:spPr>
            <a:xfrm>
              <a:off x="8475650" y="3686975"/>
              <a:ext cx="588600" cy="618625"/>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888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1pPr>
            <a:lvl2pPr lvl="1">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2pPr>
            <a:lvl3pPr lvl="2">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3pPr>
            <a:lvl4pPr lvl="3">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4pPr>
            <a:lvl5pPr lvl="4">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5pPr>
            <a:lvl6pPr lvl="5">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6pPr>
            <a:lvl7pPr lvl="6">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7pPr>
            <a:lvl8pPr lvl="7">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8pPr>
            <a:lvl9pPr lvl="8">
              <a:spcBef>
                <a:spcPts val="0"/>
              </a:spcBef>
              <a:spcAft>
                <a:spcPts val="0"/>
              </a:spcAft>
              <a:buClr>
                <a:schemeClr val="lt1"/>
              </a:buClr>
              <a:buSzPts val="3600"/>
              <a:buFont typeface="Josefin Sans"/>
              <a:buNone/>
              <a:defRPr sz="3600">
                <a:solidFill>
                  <a:schemeClr val="lt1"/>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713225" y="1352600"/>
            <a:ext cx="7717500" cy="32559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1pPr>
            <a:lvl2pPr marL="914400" lvl="1"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2pPr>
            <a:lvl3pPr marL="1371600" lvl="2"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3pPr>
            <a:lvl4pPr marL="1828800" lvl="3"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4pPr>
            <a:lvl5pPr marL="2286000" lvl="4"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5pPr>
            <a:lvl6pPr marL="2743200" lvl="5"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6pPr>
            <a:lvl7pPr marL="3200400" lvl="6"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7pPr>
            <a:lvl8pPr marL="3657600" lvl="7"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8pPr>
            <a:lvl9pPr marL="4114800" lvl="8" indent="-330200">
              <a:lnSpc>
                <a:spcPct val="100000"/>
              </a:lnSpc>
              <a:spcBef>
                <a:spcPts val="0"/>
              </a:spcBef>
              <a:spcAft>
                <a:spcPts val="0"/>
              </a:spcAft>
              <a:buClr>
                <a:schemeClr val="lt2"/>
              </a:buClr>
              <a:buSzPts val="1600"/>
              <a:buFont typeface="Cardo"/>
              <a:buChar char="■"/>
              <a:defRPr sz="1600">
                <a:solidFill>
                  <a:schemeClr val="lt2"/>
                </a:solidFill>
                <a:latin typeface="Cardo"/>
                <a:ea typeface="Cardo"/>
                <a:cs typeface="Cardo"/>
                <a:sym typeface="Card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8" r:id="rId8"/>
    <p:sldLayoutId id="2147483659" r:id="rId9"/>
    <p:sldLayoutId id="2147483663" r:id="rId10"/>
    <p:sldLayoutId id="2147483664" r:id="rId11"/>
    <p:sldLayoutId id="2147483665" r:id="rId12"/>
    <p:sldLayoutId id="2147483666" r:id="rId13"/>
    <p:sldLayoutId id="2147483667" r:id="rId14"/>
    <p:sldLayoutId id="2147483674" r:id="rId15"/>
    <p:sldLayoutId id="2147483682" r:id="rId16"/>
    <p:sldLayoutId id="2147483683"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19.pn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6.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33.png"/><Relationship Id="rId4" Type="http://schemas.openxmlformats.org/officeDocument/2006/relationships/image" Target="../media/image9.pn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35.png"/><Relationship Id="rId4" Type="http://schemas.openxmlformats.org/officeDocument/2006/relationships/image" Target="../media/image9.png"/><Relationship Id="rId9"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38.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38.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1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5"/>
        <p:cNvGrpSpPr/>
        <p:nvPr/>
      </p:nvGrpSpPr>
      <p:grpSpPr>
        <a:xfrm>
          <a:off x="0" y="0"/>
          <a:ext cx="0" cy="0"/>
          <a:chOff x="0" y="0"/>
          <a:chExt cx="0" cy="0"/>
        </a:xfrm>
      </p:grpSpPr>
      <p:pic>
        <p:nvPicPr>
          <p:cNvPr id="216" name="Google Shape;216;p41"/>
          <p:cNvPicPr preferRelativeResize="0"/>
          <p:nvPr/>
        </p:nvPicPr>
        <p:blipFill>
          <a:blip r:embed="rId3">
            <a:alphaModFix/>
          </a:blip>
          <a:stretch>
            <a:fillRect/>
          </a:stretch>
        </p:blipFill>
        <p:spPr>
          <a:xfrm>
            <a:off x="5109125" y="-889800"/>
            <a:ext cx="3571874" cy="3555501"/>
          </a:xfrm>
          <a:prstGeom prst="rect">
            <a:avLst/>
          </a:prstGeom>
          <a:noFill/>
          <a:ln>
            <a:noFill/>
          </a:ln>
        </p:spPr>
      </p:pic>
      <p:pic>
        <p:nvPicPr>
          <p:cNvPr id="217" name="Google Shape;217;p41"/>
          <p:cNvPicPr preferRelativeResize="0"/>
          <p:nvPr/>
        </p:nvPicPr>
        <p:blipFill>
          <a:blip r:embed="rId3">
            <a:alphaModFix/>
          </a:blip>
          <a:stretch>
            <a:fillRect/>
          </a:stretch>
        </p:blipFill>
        <p:spPr>
          <a:xfrm flipH="1">
            <a:off x="6090600" y="2991075"/>
            <a:ext cx="3571874" cy="3555501"/>
          </a:xfrm>
          <a:prstGeom prst="rect">
            <a:avLst/>
          </a:prstGeom>
          <a:noFill/>
          <a:ln>
            <a:noFill/>
          </a:ln>
        </p:spPr>
      </p:pic>
      <p:sp>
        <p:nvSpPr>
          <p:cNvPr id="218" name="Google Shape;218;p41"/>
          <p:cNvSpPr txBox="1">
            <a:spLocks noGrp="1"/>
          </p:cNvSpPr>
          <p:nvPr>
            <p:ph type="ctrTitle"/>
          </p:nvPr>
        </p:nvSpPr>
        <p:spPr>
          <a:xfrm>
            <a:off x="713225" y="1169674"/>
            <a:ext cx="4608600" cy="211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t>Online Learning and Progress Tracking System</a:t>
            </a:r>
            <a:endParaRPr sz="4000" dirty="0">
              <a:solidFill>
                <a:schemeClr val="dk2"/>
              </a:solidFill>
            </a:endParaRPr>
          </a:p>
        </p:txBody>
      </p:sp>
      <p:sp>
        <p:nvSpPr>
          <p:cNvPr id="219" name="Google Shape;219;p41"/>
          <p:cNvSpPr txBox="1">
            <a:spLocks noGrp="1"/>
          </p:cNvSpPr>
          <p:nvPr>
            <p:ph type="subTitle" idx="1"/>
          </p:nvPr>
        </p:nvSpPr>
        <p:spPr>
          <a:xfrm>
            <a:off x="713225" y="3483875"/>
            <a:ext cx="4608600" cy="8037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Efficient SQL Solution s for Simple </a:t>
            </a:r>
            <a:r>
              <a:rPr lang="en-US" dirty="0"/>
              <a:t>Online Learning and Progress Tracking System</a:t>
            </a:r>
            <a:endParaRPr dirty="0"/>
          </a:p>
        </p:txBody>
      </p:sp>
      <p:pic>
        <p:nvPicPr>
          <p:cNvPr id="220" name="Google Shape;220;p41"/>
          <p:cNvPicPr preferRelativeResize="0"/>
          <p:nvPr/>
        </p:nvPicPr>
        <p:blipFill>
          <a:blip r:embed="rId4">
            <a:alphaModFix/>
          </a:blip>
          <a:stretch>
            <a:fillRect/>
          </a:stretch>
        </p:blipFill>
        <p:spPr>
          <a:xfrm>
            <a:off x="6633750" y="1682925"/>
            <a:ext cx="1797024" cy="1872659"/>
          </a:xfrm>
          <a:prstGeom prst="rect">
            <a:avLst/>
          </a:prstGeom>
          <a:noFill/>
          <a:ln>
            <a:noFill/>
          </a:ln>
        </p:spPr>
      </p:pic>
      <p:pic>
        <p:nvPicPr>
          <p:cNvPr id="221" name="Google Shape;221;p41"/>
          <p:cNvPicPr preferRelativeResize="0"/>
          <p:nvPr/>
        </p:nvPicPr>
        <p:blipFill>
          <a:blip r:embed="rId5">
            <a:alphaModFix/>
          </a:blip>
          <a:stretch>
            <a:fillRect/>
          </a:stretch>
        </p:blipFill>
        <p:spPr>
          <a:xfrm>
            <a:off x="5820450" y="1200150"/>
            <a:ext cx="2685800" cy="2685800"/>
          </a:xfrm>
          <a:prstGeom prst="rect">
            <a:avLst/>
          </a:prstGeom>
          <a:noFill/>
          <a:ln>
            <a:noFill/>
          </a:ln>
        </p:spPr>
      </p:pic>
      <p:pic>
        <p:nvPicPr>
          <p:cNvPr id="222" name="Google Shape;222;p41"/>
          <p:cNvPicPr preferRelativeResize="0"/>
          <p:nvPr/>
        </p:nvPicPr>
        <p:blipFill>
          <a:blip r:embed="rId6">
            <a:alphaModFix/>
          </a:blip>
          <a:stretch>
            <a:fillRect/>
          </a:stretch>
        </p:blipFill>
        <p:spPr>
          <a:xfrm rot="1685820">
            <a:off x="5804150" y="1973400"/>
            <a:ext cx="1797025" cy="1690971"/>
          </a:xfrm>
          <a:prstGeom prst="rect">
            <a:avLst/>
          </a:prstGeom>
          <a:noFill/>
          <a:ln>
            <a:noFill/>
          </a:ln>
        </p:spPr>
      </p:pic>
      <p:pic>
        <p:nvPicPr>
          <p:cNvPr id="223" name="Google Shape;223;p41"/>
          <p:cNvPicPr preferRelativeResize="0"/>
          <p:nvPr/>
        </p:nvPicPr>
        <p:blipFill>
          <a:blip r:embed="rId7">
            <a:alphaModFix/>
          </a:blip>
          <a:stretch>
            <a:fillRect/>
          </a:stretch>
        </p:blipFill>
        <p:spPr>
          <a:xfrm rot="-6298734">
            <a:off x="5502566" y="877290"/>
            <a:ext cx="1775043" cy="1600522"/>
          </a:xfrm>
          <a:prstGeom prst="rect">
            <a:avLst/>
          </a:prstGeom>
          <a:noFill/>
          <a:ln>
            <a:noFill/>
          </a:ln>
        </p:spPr>
      </p:pic>
      <p:pic>
        <p:nvPicPr>
          <p:cNvPr id="224" name="Google Shape;224;p41"/>
          <p:cNvPicPr preferRelativeResize="0"/>
          <p:nvPr/>
        </p:nvPicPr>
        <p:blipFill>
          <a:blip r:embed="rId8">
            <a:alphaModFix/>
          </a:blip>
          <a:stretch>
            <a:fillRect/>
          </a:stretch>
        </p:blipFill>
        <p:spPr>
          <a:xfrm>
            <a:off x="7540650" y="665775"/>
            <a:ext cx="588600" cy="618625"/>
          </a:xfrm>
          <a:prstGeom prst="rect">
            <a:avLst/>
          </a:prstGeom>
          <a:noFill/>
          <a:ln>
            <a:noFill/>
          </a:ln>
        </p:spPr>
      </p:pic>
      <p:pic>
        <p:nvPicPr>
          <p:cNvPr id="225" name="Google Shape;225;p41"/>
          <p:cNvPicPr preferRelativeResize="0"/>
          <p:nvPr/>
        </p:nvPicPr>
        <p:blipFill>
          <a:blip r:embed="rId9">
            <a:alphaModFix/>
          </a:blip>
          <a:stretch>
            <a:fillRect/>
          </a:stretch>
        </p:blipFill>
        <p:spPr>
          <a:xfrm>
            <a:off x="5820450" y="3804825"/>
            <a:ext cx="839381" cy="803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2"/>
          <p:cNvSpPr txBox="1">
            <a:spLocks noGrp="1"/>
          </p:cNvSpPr>
          <p:nvPr>
            <p:ph type="title"/>
          </p:nvPr>
        </p:nvSpPr>
        <p:spPr>
          <a:xfrm>
            <a:off x="712350" y="475488"/>
            <a:ext cx="7719300" cy="530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t>Introduction</a:t>
            </a:r>
          </a:p>
        </p:txBody>
      </p:sp>
      <p:sp>
        <p:nvSpPr>
          <p:cNvPr id="231" name="Google Shape;231;p42"/>
          <p:cNvSpPr txBox="1">
            <a:spLocks noGrp="1"/>
          </p:cNvSpPr>
          <p:nvPr>
            <p:ph type="subTitle" idx="1"/>
          </p:nvPr>
        </p:nvSpPr>
        <p:spPr>
          <a:xfrm>
            <a:off x="709875" y="1397620"/>
            <a:ext cx="5282047" cy="321097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600" dirty="0"/>
              <a:t>In the age of digital learning, providing personalized learning experiences and tracking student progress are crucial. This </a:t>
            </a:r>
            <a:r>
              <a:rPr lang="en-US" sz="1600" b="1" dirty="0"/>
              <a:t>Online Learning and Progress Tracking System</a:t>
            </a:r>
            <a:r>
              <a:rPr lang="en-US" sz="1600" dirty="0"/>
              <a:t> is designed to enhance the way courses are managed, allowing educators and learners to monitor achievements and motivate ongoing progress.</a:t>
            </a:r>
            <a:endParaRPr sz="1600" dirty="0"/>
          </a:p>
        </p:txBody>
      </p:sp>
      <p:pic>
        <p:nvPicPr>
          <p:cNvPr id="5" name="Google Shape;278;p45">
            <a:extLst>
              <a:ext uri="{FF2B5EF4-FFF2-40B4-BE49-F238E27FC236}">
                <a16:creationId xmlns:a16="http://schemas.microsoft.com/office/drawing/2014/main" id="{5F0139D6-BBFF-3ACA-CC0E-C8407D8BBE5F}"/>
              </a:ext>
            </a:extLst>
          </p:cNvPr>
          <p:cNvPicPr preferRelativeResize="0"/>
          <p:nvPr/>
        </p:nvPicPr>
        <p:blipFill>
          <a:blip r:embed="rId3">
            <a:alphaModFix/>
          </a:blip>
          <a:stretch>
            <a:fillRect/>
          </a:stretch>
        </p:blipFill>
        <p:spPr>
          <a:xfrm>
            <a:off x="6168912" y="2308592"/>
            <a:ext cx="1782850" cy="1677633"/>
          </a:xfrm>
          <a:prstGeom prst="rect">
            <a:avLst/>
          </a:prstGeom>
          <a:noFill/>
          <a:ln>
            <a:noFill/>
          </a:ln>
        </p:spPr>
      </p:pic>
      <p:pic>
        <p:nvPicPr>
          <p:cNvPr id="6" name="Google Shape;280;p45">
            <a:extLst>
              <a:ext uri="{FF2B5EF4-FFF2-40B4-BE49-F238E27FC236}">
                <a16:creationId xmlns:a16="http://schemas.microsoft.com/office/drawing/2014/main" id="{B9B03E4D-3E19-87A5-B5B4-13D8F3F6B11A}"/>
              </a:ext>
            </a:extLst>
          </p:cNvPr>
          <p:cNvPicPr preferRelativeResize="0"/>
          <p:nvPr/>
        </p:nvPicPr>
        <p:blipFill>
          <a:blip r:embed="rId4">
            <a:alphaModFix/>
          </a:blip>
          <a:stretch>
            <a:fillRect/>
          </a:stretch>
        </p:blipFill>
        <p:spPr>
          <a:xfrm>
            <a:off x="6282500" y="1774450"/>
            <a:ext cx="839381" cy="803750"/>
          </a:xfrm>
          <a:prstGeom prst="rect">
            <a:avLst/>
          </a:prstGeom>
          <a:noFill/>
          <a:ln>
            <a:noFill/>
          </a:ln>
        </p:spPr>
      </p:pic>
      <p:pic>
        <p:nvPicPr>
          <p:cNvPr id="7" name="Google Shape;279;p45">
            <a:extLst>
              <a:ext uri="{FF2B5EF4-FFF2-40B4-BE49-F238E27FC236}">
                <a16:creationId xmlns:a16="http://schemas.microsoft.com/office/drawing/2014/main" id="{D696F4DE-B261-F6C2-CE61-9770C404CAF9}"/>
              </a:ext>
            </a:extLst>
          </p:cNvPr>
          <p:cNvPicPr preferRelativeResize="0"/>
          <p:nvPr/>
        </p:nvPicPr>
        <p:blipFill>
          <a:blip r:embed="rId5">
            <a:alphaModFix/>
          </a:blip>
          <a:stretch>
            <a:fillRect/>
          </a:stretch>
        </p:blipFill>
        <p:spPr>
          <a:xfrm rot="10800000">
            <a:off x="6833428" y="1476424"/>
            <a:ext cx="1344325" cy="1167350"/>
          </a:xfrm>
          <a:prstGeom prst="rect">
            <a:avLst/>
          </a:prstGeom>
          <a:noFill/>
          <a:ln>
            <a:noFill/>
          </a:ln>
        </p:spPr>
      </p:pic>
      <p:pic>
        <p:nvPicPr>
          <p:cNvPr id="11" name="Google Shape;254;p43">
            <a:extLst>
              <a:ext uri="{FF2B5EF4-FFF2-40B4-BE49-F238E27FC236}">
                <a16:creationId xmlns:a16="http://schemas.microsoft.com/office/drawing/2014/main" id="{68DA339C-BF07-F175-1F27-1E95C69869BF}"/>
              </a:ext>
            </a:extLst>
          </p:cNvPr>
          <p:cNvPicPr preferRelativeResize="0"/>
          <p:nvPr/>
        </p:nvPicPr>
        <p:blipFill>
          <a:blip r:embed="rId6">
            <a:alphaModFix/>
          </a:blip>
          <a:stretch>
            <a:fillRect/>
          </a:stretch>
        </p:blipFill>
        <p:spPr>
          <a:xfrm flipH="1">
            <a:off x="6637381" y="2773618"/>
            <a:ext cx="1932591" cy="2044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5"/>
        <p:cNvGrpSpPr/>
        <p:nvPr/>
      </p:nvGrpSpPr>
      <p:grpSpPr>
        <a:xfrm>
          <a:off x="0" y="0"/>
          <a:ext cx="0" cy="0"/>
          <a:chOff x="0" y="0"/>
          <a:chExt cx="0" cy="0"/>
        </a:xfrm>
      </p:grpSpPr>
      <p:grpSp>
        <p:nvGrpSpPr>
          <p:cNvPr id="236" name="Google Shape;236;p43"/>
          <p:cNvGrpSpPr/>
          <p:nvPr/>
        </p:nvGrpSpPr>
        <p:grpSpPr>
          <a:xfrm>
            <a:off x="6432725" y="1100675"/>
            <a:ext cx="2637351" cy="3510427"/>
            <a:chOff x="3329525" y="1640123"/>
            <a:chExt cx="2637351" cy="3510427"/>
          </a:xfrm>
        </p:grpSpPr>
        <p:pic>
          <p:nvPicPr>
            <p:cNvPr id="237" name="Google Shape;237;p43"/>
            <p:cNvPicPr preferRelativeResize="0"/>
            <p:nvPr/>
          </p:nvPicPr>
          <p:blipFill>
            <a:blip r:embed="rId3">
              <a:alphaModFix/>
            </a:blip>
            <a:stretch>
              <a:fillRect/>
            </a:stretch>
          </p:blipFill>
          <p:spPr>
            <a:xfrm>
              <a:off x="3329525" y="1640123"/>
              <a:ext cx="2637351" cy="2625254"/>
            </a:xfrm>
            <a:prstGeom prst="rect">
              <a:avLst/>
            </a:prstGeom>
            <a:noFill/>
            <a:ln>
              <a:noFill/>
            </a:ln>
          </p:spPr>
        </p:pic>
        <p:pic>
          <p:nvPicPr>
            <p:cNvPr id="238" name="Google Shape;238;p43"/>
            <p:cNvPicPr preferRelativeResize="0"/>
            <p:nvPr/>
          </p:nvPicPr>
          <p:blipFill rotWithShape="1">
            <a:blip r:embed="rId3">
              <a:alphaModFix/>
            </a:blip>
            <a:srcRect t="15104" r="70676" b="15097"/>
            <a:stretch/>
          </p:blipFill>
          <p:spPr>
            <a:xfrm rot="5400000">
              <a:off x="4063387" y="3386038"/>
              <a:ext cx="1047401" cy="2481624"/>
            </a:xfrm>
            <a:prstGeom prst="rect">
              <a:avLst/>
            </a:prstGeom>
            <a:noFill/>
            <a:ln>
              <a:noFill/>
            </a:ln>
          </p:spPr>
        </p:pic>
      </p:grpSp>
      <p:pic>
        <p:nvPicPr>
          <p:cNvPr id="239" name="Google Shape;239;p43"/>
          <p:cNvPicPr preferRelativeResize="0"/>
          <p:nvPr/>
        </p:nvPicPr>
        <p:blipFill>
          <a:blip r:embed="rId4">
            <a:alphaModFix/>
          </a:blip>
          <a:stretch>
            <a:fillRect/>
          </a:stretch>
        </p:blipFill>
        <p:spPr>
          <a:xfrm>
            <a:off x="6877398" y="3083787"/>
            <a:ext cx="1344325" cy="1167350"/>
          </a:xfrm>
          <a:prstGeom prst="rect">
            <a:avLst/>
          </a:prstGeom>
          <a:noFill/>
          <a:ln>
            <a:noFill/>
          </a:ln>
        </p:spPr>
      </p:pic>
      <p:sp>
        <p:nvSpPr>
          <p:cNvPr id="243" name="Google Shape;243;p43"/>
          <p:cNvSpPr txBox="1">
            <a:spLocks noGrp="1"/>
          </p:cNvSpPr>
          <p:nvPr>
            <p:ph type="ctrTitle" idx="15"/>
          </p:nvPr>
        </p:nvSpPr>
        <p:spPr>
          <a:xfrm>
            <a:off x="713225" y="475874"/>
            <a:ext cx="7717500" cy="5259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Key Components of the System</a:t>
            </a:r>
            <a:endParaRPr dirty="0"/>
          </a:p>
        </p:txBody>
      </p:sp>
      <p:sp>
        <p:nvSpPr>
          <p:cNvPr id="245" name="Google Shape;245;p43"/>
          <p:cNvSpPr txBox="1">
            <a:spLocks noGrp="1"/>
          </p:cNvSpPr>
          <p:nvPr>
            <p:ph type="subTitle" idx="1"/>
          </p:nvPr>
        </p:nvSpPr>
        <p:spPr>
          <a:xfrm>
            <a:off x="713224" y="1271567"/>
            <a:ext cx="5593975" cy="333953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Courier New" panose="02070309020205020404" pitchFamily="49" charset="0"/>
              <a:buChar char="o"/>
            </a:pPr>
            <a:r>
              <a:rPr lang="en-US" dirty="0">
                <a:solidFill>
                  <a:schemeClr val="bg1"/>
                </a:solidFill>
              </a:rPr>
              <a:t>Course Management</a:t>
            </a:r>
            <a:r>
              <a:rPr lang="en-US" dirty="0"/>
              <a:t>: A well-defined structure for managing courses and their related lessons.</a:t>
            </a:r>
          </a:p>
          <a:p>
            <a:pPr marL="0" lvl="0" indent="0" algn="l" rtl="0">
              <a:spcBef>
                <a:spcPts val="0"/>
              </a:spcBef>
              <a:spcAft>
                <a:spcPts val="0"/>
              </a:spcAft>
            </a:pPr>
            <a:endParaRPr lang="en-US" dirty="0"/>
          </a:p>
          <a:p>
            <a:pPr marL="285750" lvl="0" indent="-285750" algn="l" rtl="0">
              <a:spcBef>
                <a:spcPts val="0"/>
              </a:spcBef>
              <a:spcAft>
                <a:spcPts val="0"/>
              </a:spcAft>
              <a:buFont typeface="Courier New" panose="02070309020205020404" pitchFamily="49" charset="0"/>
              <a:buChar char="o"/>
            </a:pPr>
            <a:r>
              <a:rPr lang="en-IN" b="1" dirty="0">
                <a:solidFill>
                  <a:schemeClr val="bg1"/>
                </a:solidFill>
              </a:rPr>
              <a:t>Student</a:t>
            </a:r>
            <a:r>
              <a:rPr lang="en-IN" dirty="0"/>
              <a:t> </a:t>
            </a:r>
            <a:r>
              <a:rPr lang="en-US" b="1" dirty="0">
                <a:solidFill>
                  <a:schemeClr val="bg1"/>
                </a:solidFill>
              </a:rPr>
              <a:t>Progress Tracking</a:t>
            </a:r>
            <a:r>
              <a:rPr lang="en-US" dirty="0"/>
              <a:t>: Continuous monitoring of each student's progress and lesson completion.</a:t>
            </a:r>
          </a:p>
          <a:p>
            <a:pPr marL="0" lvl="0" indent="0" algn="l" rtl="0">
              <a:spcBef>
                <a:spcPts val="0"/>
              </a:spcBef>
              <a:spcAft>
                <a:spcPts val="0"/>
              </a:spcAft>
            </a:pPr>
            <a:endParaRPr lang="en-US" dirty="0"/>
          </a:p>
          <a:p>
            <a:pPr marL="285750" lvl="0" indent="-285750" algn="l" rtl="0">
              <a:spcBef>
                <a:spcPts val="0"/>
              </a:spcBef>
              <a:spcAft>
                <a:spcPts val="0"/>
              </a:spcAft>
              <a:buFont typeface="Courier New" panose="02070309020205020404" pitchFamily="49" charset="0"/>
              <a:buChar char="o"/>
            </a:pPr>
            <a:r>
              <a:rPr lang="en-US" b="1" dirty="0">
                <a:solidFill>
                  <a:schemeClr val="bg1"/>
                </a:solidFill>
              </a:rPr>
              <a:t>Certificate Issuance</a:t>
            </a:r>
            <a:r>
              <a:rPr lang="en-US" dirty="0"/>
              <a:t>: Automatically generates and issues certificates for completed courses.</a:t>
            </a:r>
          </a:p>
          <a:p>
            <a:pPr marL="0" lvl="0" indent="0" algn="l" rtl="0">
              <a:spcBef>
                <a:spcPts val="0"/>
              </a:spcBef>
              <a:spcAft>
                <a:spcPts val="0"/>
              </a:spcAft>
            </a:pPr>
            <a:endParaRPr lang="en-US" dirty="0"/>
          </a:p>
          <a:p>
            <a:pPr marL="285750" lvl="0" indent="-285750" algn="l" rtl="0">
              <a:spcBef>
                <a:spcPts val="0"/>
              </a:spcBef>
              <a:spcAft>
                <a:spcPts val="0"/>
              </a:spcAft>
              <a:buFont typeface="Courier New" panose="02070309020205020404" pitchFamily="49" charset="0"/>
              <a:buChar char="o"/>
            </a:pPr>
            <a:r>
              <a:rPr lang="en-US" dirty="0">
                <a:solidFill>
                  <a:schemeClr val="bg1"/>
                </a:solidFill>
              </a:rPr>
              <a:t>Leaderboard System</a:t>
            </a:r>
            <a:r>
              <a:rPr lang="en-US" dirty="0"/>
              <a:t>: Recognizes top learners, adding a motivating, competitive element through ranking based on course and lesson completion.</a:t>
            </a:r>
            <a:endParaRPr dirty="0"/>
          </a:p>
        </p:txBody>
      </p:sp>
      <p:pic>
        <p:nvPicPr>
          <p:cNvPr id="253" name="Google Shape;253;p43"/>
          <p:cNvPicPr preferRelativeResize="0"/>
          <p:nvPr/>
        </p:nvPicPr>
        <p:blipFill>
          <a:blip r:embed="rId5">
            <a:alphaModFix/>
          </a:blip>
          <a:stretch>
            <a:fillRect/>
          </a:stretch>
        </p:blipFill>
        <p:spPr>
          <a:xfrm flipH="1">
            <a:off x="7095915" y="2206362"/>
            <a:ext cx="1952275" cy="2044775"/>
          </a:xfrm>
          <a:prstGeom prst="rect">
            <a:avLst/>
          </a:prstGeom>
          <a:noFill/>
          <a:ln>
            <a:noFill/>
          </a:ln>
        </p:spPr>
      </p:pic>
      <p:pic>
        <p:nvPicPr>
          <p:cNvPr id="254" name="Google Shape;254;p43"/>
          <p:cNvPicPr preferRelativeResize="0"/>
          <p:nvPr/>
        </p:nvPicPr>
        <p:blipFill>
          <a:blip r:embed="rId6">
            <a:alphaModFix/>
          </a:blip>
          <a:stretch>
            <a:fillRect/>
          </a:stretch>
        </p:blipFill>
        <p:spPr>
          <a:xfrm flipH="1">
            <a:off x="6785104" y="1100675"/>
            <a:ext cx="1932591" cy="2044775"/>
          </a:xfrm>
          <a:prstGeom prst="rect">
            <a:avLst/>
          </a:prstGeom>
          <a:noFill/>
          <a:ln>
            <a:noFill/>
          </a:ln>
        </p:spPr>
      </p:pic>
      <p:pic>
        <p:nvPicPr>
          <p:cNvPr id="255" name="Google Shape;255;p43"/>
          <p:cNvPicPr preferRelativeResize="0"/>
          <p:nvPr/>
        </p:nvPicPr>
        <p:blipFill>
          <a:blip r:embed="rId7">
            <a:alphaModFix/>
          </a:blip>
          <a:stretch>
            <a:fillRect/>
          </a:stretch>
        </p:blipFill>
        <p:spPr>
          <a:xfrm>
            <a:off x="8566425" y="73999"/>
            <a:ext cx="678375" cy="667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59"/>
        <p:cNvGrpSpPr/>
        <p:nvPr/>
      </p:nvGrpSpPr>
      <p:grpSpPr>
        <a:xfrm>
          <a:off x="0" y="0"/>
          <a:ext cx="0" cy="0"/>
          <a:chOff x="0" y="0"/>
          <a:chExt cx="0" cy="0"/>
        </a:xfrm>
      </p:grpSpPr>
      <p:sp>
        <p:nvSpPr>
          <p:cNvPr id="260" name="Google Shape;260;p44"/>
          <p:cNvSpPr txBox="1">
            <a:spLocks noGrp="1"/>
          </p:cNvSpPr>
          <p:nvPr>
            <p:ph type="title"/>
          </p:nvPr>
        </p:nvSpPr>
        <p:spPr>
          <a:xfrm>
            <a:off x="704600" y="475488"/>
            <a:ext cx="7583400" cy="530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t>Goal</a:t>
            </a:r>
            <a:endParaRPr dirty="0"/>
          </a:p>
        </p:txBody>
      </p:sp>
      <p:sp>
        <p:nvSpPr>
          <p:cNvPr id="261" name="Google Shape;261;p44"/>
          <p:cNvSpPr txBox="1">
            <a:spLocks noGrp="1"/>
          </p:cNvSpPr>
          <p:nvPr>
            <p:ph type="body" idx="1"/>
          </p:nvPr>
        </p:nvSpPr>
        <p:spPr>
          <a:xfrm>
            <a:off x="4788800" y="1691465"/>
            <a:ext cx="3571874" cy="23616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rgbClr val="273D40"/>
              </a:buClr>
              <a:buSzPts val="600"/>
              <a:buFont typeface="Arial"/>
              <a:buNone/>
            </a:pPr>
            <a:r>
              <a:rPr lang="en-US" dirty="0"/>
              <a:t>The goal of this system is to support a seamless and engaging learning experience by efficiently managing course materials, tracking individual progress, and celebrating achievements, ultimately empowering students in their learning journey.</a:t>
            </a:r>
            <a:endParaRPr dirty="0"/>
          </a:p>
        </p:txBody>
      </p:sp>
      <p:pic>
        <p:nvPicPr>
          <p:cNvPr id="262" name="Google Shape;262;p44"/>
          <p:cNvPicPr preferRelativeResize="0"/>
          <p:nvPr/>
        </p:nvPicPr>
        <p:blipFill>
          <a:blip r:embed="rId3">
            <a:alphaModFix/>
          </a:blip>
          <a:stretch>
            <a:fillRect/>
          </a:stretch>
        </p:blipFill>
        <p:spPr>
          <a:xfrm>
            <a:off x="653987" y="1167725"/>
            <a:ext cx="3571874" cy="3555501"/>
          </a:xfrm>
          <a:prstGeom prst="rect">
            <a:avLst/>
          </a:prstGeom>
          <a:noFill/>
          <a:ln>
            <a:noFill/>
          </a:ln>
        </p:spPr>
      </p:pic>
      <p:pic>
        <p:nvPicPr>
          <p:cNvPr id="263" name="Google Shape;263;p44"/>
          <p:cNvPicPr preferRelativeResize="0"/>
          <p:nvPr/>
        </p:nvPicPr>
        <p:blipFill>
          <a:blip r:embed="rId4">
            <a:alphaModFix/>
          </a:blip>
          <a:stretch>
            <a:fillRect/>
          </a:stretch>
        </p:blipFill>
        <p:spPr>
          <a:xfrm>
            <a:off x="760225" y="2469463"/>
            <a:ext cx="3408968" cy="1140212"/>
          </a:xfrm>
          <a:prstGeom prst="rect">
            <a:avLst/>
          </a:prstGeom>
          <a:noFill/>
          <a:ln>
            <a:noFill/>
          </a:ln>
        </p:spPr>
      </p:pic>
      <p:pic>
        <p:nvPicPr>
          <p:cNvPr id="264" name="Google Shape;264;p44"/>
          <p:cNvPicPr preferRelativeResize="0"/>
          <p:nvPr/>
        </p:nvPicPr>
        <p:blipFill>
          <a:blip r:embed="rId5">
            <a:alphaModFix/>
          </a:blip>
          <a:stretch>
            <a:fillRect/>
          </a:stretch>
        </p:blipFill>
        <p:spPr>
          <a:xfrm rot="-1040281">
            <a:off x="735446" y="2410897"/>
            <a:ext cx="3408965" cy="1293349"/>
          </a:xfrm>
          <a:prstGeom prst="rect">
            <a:avLst/>
          </a:prstGeom>
          <a:noFill/>
          <a:ln>
            <a:noFill/>
          </a:ln>
        </p:spPr>
      </p:pic>
      <p:pic>
        <p:nvPicPr>
          <p:cNvPr id="265" name="Google Shape;265;p44"/>
          <p:cNvPicPr preferRelativeResize="0"/>
          <p:nvPr/>
        </p:nvPicPr>
        <p:blipFill>
          <a:blip r:embed="rId6">
            <a:alphaModFix/>
          </a:blip>
          <a:stretch>
            <a:fillRect/>
          </a:stretch>
        </p:blipFill>
        <p:spPr>
          <a:xfrm>
            <a:off x="1771486" y="1704051"/>
            <a:ext cx="1026100" cy="2336423"/>
          </a:xfrm>
          <a:prstGeom prst="rect">
            <a:avLst/>
          </a:prstGeom>
          <a:noFill/>
          <a:ln>
            <a:noFill/>
          </a:ln>
        </p:spPr>
      </p:pic>
      <p:pic>
        <p:nvPicPr>
          <p:cNvPr id="266" name="Google Shape;266;p44"/>
          <p:cNvPicPr preferRelativeResize="0"/>
          <p:nvPr/>
        </p:nvPicPr>
        <p:blipFill>
          <a:blip r:embed="rId7">
            <a:alphaModFix/>
          </a:blip>
          <a:stretch>
            <a:fillRect/>
          </a:stretch>
        </p:blipFill>
        <p:spPr>
          <a:xfrm>
            <a:off x="2107288" y="2577850"/>
            <a:ext cx="1001075" cy="2250501"/>
          </a:xfrm>
          <a:prstGeom prst="rect">
            <a:avLst/>
          </a:prstGeom>
          <a:noFill/>
          <a:ln>
            <a:noFill/>
          </a:ln>
        </p:spPr>
      </p:pic>
      <p:pic>
        <p:nvPicPr>
          <p:cNvPr id="267" name="Google Shape;267;p44"/>
          <p:cNvPicPr preferRelativeResize="0"/>
          <p:nvPr/>
        </p:nvPicPr>
        <p:blipFill>
          <a:blip r:embed="rId8">
            <a:alphaModFix/>
          </a:blip>
          <a:stretch>
            <a:fillRect/>
          </a:stretch>
        </p:blipFill>
        <p:spPr>
          <a:xfrm>
            <a:off x="3402400" y="3258525"/>
            <a:ext cx="839381" cy="803750"/>
          </a:xfrm>
          <a:prstGeom prst="rect">
            <a:avLst/>
          </a:prstGeom>
          <a:noFill/>
          <a:ln>
            <a:noFill/>
          </a:ln>
        </p:spPr>
      </p:pic>
      <p:pic>
        <p:nvPicPr>
          <p:cNvPr id="268" name="Google Shape;268;p44"/>
          <p:cNvPicPr preferRelativeResize="0"/>
          <p:nvPr/>
        </p:nvPicPr>
        <p:blipFill>
          <a:blip r:embed="rId9">
            <a:alphaModFix/>
          </a:blip>
          <a:stretch>
            <a:fillRect/>
          </a:stretch>
        </p:blipFill>
        <p:spPr>
          <a:xfrm>
            <a:off x="965300" y="3586366"/>
            <a:ext cx="704744" cy="740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Shape 259"/>
        <p:cNvGrpSpPr/>
        <p:nvPr/>
      </p:nvGrpSpPr>
      <p:grpSpPr>
        <a:xfrm>
          <a:off x="0" y="0"/>
          <a:ext cx="0" cy="0"/>
          <a:chOff x="0" y="0"/>
          <a:chExt cx="0" cy="0"/>
        </a:xfrm>
      </p:grpSpPr>
      <p:sp>
        <p:nvSpPr>
          <p:cNvPr id="261" name="Google Shape;261;p44"/>
          <p:cNvSpPr txBox="1">
            <a:spLocks noGrp="1"/>
          </p:cNvSpPr>
          <p:nvPr>
            <p:ph type="body" idx="1"/>
          </p:nvPr>
        </p:nvSpPr>
        <p:spPr>
          <a:xfrm>
            <a:off x="4788800" y="1691465"/>
            <a:ext cx="3571874" cy="23616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rgbClr val="273D40"/>
              </a:buClr>
              <a:buSzPts val="600"/>
              <a:buFont typeface="Arial"/>
              <a:buNone/>
            </a:pPr>
            <a:r>
              <a:rPr lang="en-US" dirty="0"/>
              <a:t>.</a:t>
            </a:r>
            <a:endParaRPr dirty="0"/>
          </a:p>
        </p:txBody>
      </p:sp>
      <p:pic>
        <p:nvPicPr>
          <p:cNvPr id="262" name="Google Shape;262;p44"/>
          <p:cNvPicPr preferRelativeResize="0"/>
          <p:nvPr/>
        </p:nvPicPr>
        <p:blipFill>
          <a:blip r:embed="rId3">
            <a:alphaModFix/>
          </a:blip>
          <a:stretch>
            <a:fillRect/>
          </a:stretch>
        </p:blipFill>
        <p:spPr>
          <a:xfrm>
            <a:off x="447046" y="1094514"/>
            <a:ext cx="3571874" cy="3555501"/>
          </a:xfrm>
          <a:prstGeom prst="rect">
            <a:avLst/>
          </a:prstGeom>
          <a:noFill/>
          <a:ln>
            <a:noFill/>
          </a:ln>
        </p:spPr>
      </p:pic>
      <p:pic>
        <p:nvPicPr>
          <p:cNvPr id="265" name="Google Shape;265;p44"/>
          <p:cNvPicPr preferRelativeResize="0"/>
          <p:nvPr/>
        </p:nvPicPr>
        <p:blipFill>
          <a:blip r:embed="rId4">
            <a:alphaModFix/>
          </a:blip>
          <a:stretch>
            <a:fillRect/>
          </a:stretch>
        </p:blipFill>
        <p:spPr>
          <a:xfrm rot="2210880">
            <a:off x="-52865" y="4478415"/>
            <a:ext cx="444889" cy="719493"/>
          </a:xfrm>
          <a:prstGeom prst="rect">
            <a:avLst/>
          </a:prstGeom>
          <a:noFill/>
          <a:ln>
            <a:noFill/>
          </a:ln>
        </p:spPr>
      </p:pic>
      <p:pic>
        <p:nvPicPr>
          <p:cNvPr id="266" name="Google Shape;266;p44"/>
          <p:cNvPicPr preferRelativeResize="0"/>
          <p:nvPr/>
        </p:nvPicPr>
        <p:blipFill>
          <a:blip r:embed="rId5">
            <a:alphaModFix/>
          </a:blip>
          <a:stretch>
            <a:fillRect/>
          </a:stretch>
        </p:blipFill>
        <p:spPr>
          <a:xfrm rot="12134231">
            <a:off x="8826117" y="-17738"/>
            <a:ext cx="292578" cy="584491"/>
          </a:xfrm>
          <a:prstGeom prst="rect">
            <a:avLst/>
          </a:prstGeom>
          <a:noFill/>
          <a:ln>
            <a:noFill/>
          </a:ln>
        </p:spPr>
      </p:pic>
      <p:pic>
        <p:nvPicPr>
          <p:cNvPr id="3" name="Picture 2" descr="A screenshot of a computer&#10;&#10;Description automatically generated">
            <a:extLst>
              <a:ext uri="{FF2B5EF4-FFF2-40B4-BE49-F238E27FC236}">
                <a16:creationId xmlns:a16="http://schemas.microsoft.com/office/drawing/2014/main" id="{67C8AD9E-C06D-9C9C-73E4-C5BFE4EB9B10}"/>
              </a:ext>
            </a:extLst>
          </p:cNvPr>
          <p:cNvPicPr>
            <a:picLocks noChangeAspect="1"/>
          </p:cNvPicPr>
          <p:nvPr/>
        </p:nvPicPr>
        <p:blipFill>
          <a:blip r:embed="rId6"/>
          <a:stretch>
            <a:fillRect/>
          </a:stretch>
        </p:blipFill>
        <p:spPr>
          <a:xfrm>
            <a:off x="783326" y="136800"/>
            <a:ext cx="7734274" cy="5006700"/>
          </a:xfrm>
          <a:prstGeom prst="rect">
            <a:avLst/>
          </a:prstGeom>
        </p:spPr>
      </p:pic>
    </p:spTree>
    <p:extLst>
      <p:ext uri="{BB962C8B-B14F-4D97-AF65-F5344CB8AC3E}">
        <p14:creationId xmlns:p14="http://schemas.microsoft.com/office/powerpoint/2010/main" val="3828980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72"/>
        <p:cNvGrpSpPr/>
        <p:nvPr/>
      </p:nvGrpSpPr>
      <p:grpSpPr>
        <a:xfrm>
          <a:off x="0" y="0"/>
          <a:ext cx="0" cy="0"/>
          <a:chOff x="0" y="0"/>
          <a:chExt cx="0" cy="0"/>
        </a:xfrm>
      </p:grpSpPr>
      <p:sp>
        <p:nvSpPr>
          <p:cNvPr id="273" name="Google Shape;273;p45"/>
          <p:cNvSpPr txBox="1">
            <a:spLocks noGrp="1"/>
          </p:cNvSpPr>
          <p:nvPr>
            <p:ph type="ctrTitle"/>
          </p:nvPr>
        </p:nvSpPr>
        <p:spPr>
          <a:xfrm>
            <a:off x="713225" y="1650343"/>
            <a:ext cx="2084700" cy="776389"/>
          </a:xfrm>
          <a:prstGeom prst="rect">
            <a:avLst/>
          </a:prstGeom>
        </p:spPr>
        <p:txBody>
          <a:bodyPr spcFirstLastPara="1" wrap="square" lIns="91425" tIns="146300" rIns="91425" bIns="91425" anchor="t" anchorCtr="0">
            <a:noAutofit/>
          </a:bodyPr>
          <a:lstStyle/>
          <a:p>
            <a:pPr marL="0" lvl="0" indent="0" algn="l" rtl="0">
              <a:spcBef>
                <a:spcPts val="0"/>
              </a:spcBef>
              <a:spcAft>
                <a:spcPts val="0"/>
              </a:spcAft>
              <a:buNone/>
            </a:pPr>
            <a:r>
              <a:rPr lang="en-US" dirty="0"/>
              <a:t>Data Definition Language</a:t>
            </a:r>
            <a:endParaRPr dirty="0"/>
          </a:p>
        </p:txBody>
      </p:sp>
      <p:sp>
        <p:nvSpPr>
          <p:cNvPr id="2" name="Title 1">
            <a:extLst>
              <a:ext uri="{FF2B5EF4-FFF2-40B4-BE49-F238E27FC236}">
                <a16:creationId xmlns:a16="http://schemas.microsoft.com/office/drawing/2014/main" id="{E8DE5B22-5503-056B-5D65-8731F5543729}"/>
              </a:ext>
            </a:extLst>
          </p:cNvPr>
          <p:cNvSpPr>
            <a:spLocks noGrp="1"/>
          </p:cNvSpPr>
          <p:nvPr>
            <p:ph type="title" idx="2"/>
          </p:nvPr>
        </p:nvSpPr>
        <p:spPr/>
        <p:txBody>
          <a:bodyPr/>
          <a:lstStyle/>
          <a:p>
            <a:r>
              <a:rPr lang="en-US" dirty="0"/>
              <a:t>01</a:t>
            </a:r>
            <a:endParaRPr lang="en-IN" dirty="0"/>
          </a:p>
        </p:txBody>
      </p:sp>
      <p:sp>
        <p:nvSpPr>
          <p:cNvPr id="3" name="Title 2">
            <a:extLst>
              <a:ext uri="{FF2B5EF4-FFF2-40B4-BE49-F238E27FC236}">
                <a16:creationId xmlns:a16="http://schemas.microsoft.com/office/drawing/2014/main" id="{0F1EF667-F7C0-8D64-3BE6-0F741DE1E6DB}"/>
              </a:ext>
            </a:extLst>
          </p:cNvPr>
          <p:cNvSpPr>
            <a:spLocks noGrp="1"/>
          </p:cNvSpPr>
          <p:nvPr>
            <p:ph type="ctrTitle" idx="3"/>
          </p:nvPr>
        </p:nvSpPr>
        <p:spPr>
          <a:xfrm>
            <a:off x="6346026" y="1650344"/>
            <a:ext cx="2084700" cy="577800"/>
          </a:xfrm>
        </p:spPr>
        <p:txBody>
          <a:bodyPr/>
          <a:lstStyle/>
          <a:p>
            <a:r>
              <a:rPr lang="en-IN" dirty="0"/>
              <a:t>Data Query Language</a:t>
            </a:r>
          </a:p>
        </p:txBody>
      </p:sp>
      <p:sp>
        <p:nvSpPr>
          <p:cNvPr id="5" name="Title 4">
            <a:extLst>
              <a:ext uri="{FF2B5EF4-FFF2-40B4-BE49-F238E27FC236}">
                <a16:creationId xmlns:a16="http://schemas.microsoft.com/office/drawing/2014/main" id="{CFF78CB7-A425-1C92-2475-9ED21E784FFE}"/>
              </a:ext>
            </a:extLst>
          </p:cNvPr>
          <p:cNvSpPr>
            <a:spLocks noGrp="1"/>
          </p:cNvSpPr>
          <p:nvPr>
            <p:ph type="title" idx="5"/>
          </p:nvPr>
        </p:nvSpPr>
        <p:spPr>
          <a:xfrm>
            <a:off x="6346026" y="1110472"/>
            <a:ext cx="2084700" cy="576300"/>
          </a:xfrm>
        </p:spPr>
        <p:txBody>
          <a:bodyPr/>
          <a:lstStyle/>
          <a:p>
            <a:r>
              <a:rPr lang="en-US" dirty="0"/>
              <a:t>03</a:t>
            </a:r>
            <a:endParaRPr lang="en-IN" dirty="0"/>
          </a:p>
        </p:txBody>
      </p:sp>
      <p:sp>
        <p:nvSpPr>
          <p:cNvPr id="6" name="Title 5">
            <a:extLst>
              <a:ext uri="{FF2B5EF4-FFF2-40B4-BE49-F238E27FC236}">
                <a16:creationId xmlns:a16="http://schemas.microsoft.com/office/drawing/2014/main" id="{CCF65ACD-75C6-7D3A-6395-CFCD2403361B}"/>
              </a:ext>
            </a:extLst>
          </p:cNvPr>
          <p:cNvSpPr>
            <a:spLocks noGrp="1"/>
          </p:cNvSpPr>
          <p:nvPr>
            <p:ph type="ctrTitle" idx="6"/>
          </p:nvPr>
        </p:nvSpPr>
        <p:spPr>
          <a:xfrm>
            <a:off x="713225" y="3042191"/>
            <a:ext cx="2084700" cy="970889"/>
          </a:xfrm>
        </p:spPr>
        <p:txBody>
          <a:bodyPr/>
          <a:lstStyle/>
          <a:p>
            <a:r>
              <a:rPr lang="en-IN" dirty="0"/>
              <a:t>Data Manipulation Language</a:t>
            </a:r>
          </a:p>
        </p:txBody>
      </p:sp>
      <p:sp>
        <p:nvSpPr>
          <p:cNvPr id="8" name="Title 7">
            <a:extLst>
              <a:ext uri="{FF2B5EF4-FFF2-40B4-BE49-F238E27FC236}">
                <a16:creationId xmlns:a16="http://schemas.microsoft.com/office/drawing/2014/main" id="{68C6A92B-914E-3A84-4858-DCCB826D72AB}"/>
              </a:ext>
            </a:extLst>
          </p:cNvPr>
          <p:cNvSpPr>
            <a:spLocks noGrp="1"/>
          </p:cNvSpPr>
          <p:nvPr>
            <p:ph type="title" idx="8"/>
          </p:nvPr>
        </p:nvSpPr>
        <p:spPr>
          <a:xfrm>
            <a:off x="713225" y="2412761"/>
            <a:ext cx="2084700" cy="577800"/>
          </a:xfrm>
        </p:spPr>
        <p:txBody>
          <a:bodyPr/>
          <a:lstStyle/>
          <a:p>
            <a:r>
              <a:rPr lang="en-US" dirty="0"/>
              <a:t>02</a:t>
            </a:r>
            <a:endParaRPr lang="en-IN" dirty="0"/>
          </a:p>
        </p:txBody>
      </p:sp>
      <p:sp>
        <p:nvSpPr>
          <p:cNvPr id="9" name="Title 8">
            <a:extLst>
              <a:ext uri="{FF2B5EF4-FFF2-40B4-BE49-F238E27FC236}">
                <a16:creationId xmlns:a16="http://schemas.microsoft.com/office/drawing/2014/main" id="{08E46126-D0E7-F489-6376-FB6523342617}"/>
              </a:ext>
            </a:extLst>
          </p:cNvPr>
          <p:cNvSpPr>
            <a:spLocks noGrp="1"/>
          </p:cNvSpPr>
          <p:nvPr>
            <p:ph type="ctrTitle" idx="9"/>
          </p:nvPr>
        </p:nvSpPr>
        <p:spPr>
          <a:xfrm>
            <a:off x="6359018" y="2794447"/>
            <a:ext cx="2084700" cy="634705"/>
          </a:xfrm>
        </p:spPr>
        <p:txBody>
          <a:bodyPr/>
          <a:lstStyle/>
          <a:p>
            <a:r>
              <a:rPr lang="en-IN" dirty="0"/>
              <a:t>Data control Language</a:t>
            </a:r>
          </a:p>
        </p:txBody>
      </p:sp>
      <p:sp>
        <p:nvSpPr>
          <p:cNvPr id="11" name="Title 10">
            <a:extLst>
              <a:ext uri="{FF2B5EF4-FFF2-40B4-BE49-F238E27FC236}">
                <a16:creationId xmlns:a16="http://schemas.microsoft.com/office/drawing/2014/main" id="{A876302D-BB8C-B13B-1725-3B11A7679DB9}"/>
              </a:ext>
            </a:extLst>
          </p:cNvPr>
          <p:cNvSpPr>
            <a:spLocks noGrp="1"/>
          </p:cNvSpPr>
          <p:nvPr>
            <p:ph type="title" idx="14"/>
          </p:nvPr>
        </p:nvSpPr>
        <p:spPr>
          <a:xfrm>
            <a:off x="6359018" y="2253075"/>
            <a:ext cx="2084700" cy="577800"/>
          </a:xfrm>
        </p:spPr>
        <p:txBody>
          <a:bodyPr/>
          <a:lstStyle/>
          <a:p>
            <a:r>
              <a:rPr lang="en-US" dirty="0"/>
              <a:t>04</a:t>
            </a:r>
            <a:endParaRPr lang="en-IN" dirty="0"/>
          </a:p>
        </p:txBody>
      </p:sp>
      <p:sp>
        <p:nvSpPr>
          <p:cNvPr id="12" name="Title 11">
            <a:extLst>
              <a:ext uri="{FF2B5EF4-FFF2-40B4-BE49-F238E27FC236}">
                <a16:creationId xmlns:a16="http://schemas.microsoft.com/office/drawing/2014/main" id="{F5269D5E-956B-6FB0-0BEB-615DE61A7BF4}"/>
              </a:ext>
            </a:extLst>
          </p:cNvPr>
          <p:cNvSpPr>
            <a:spLocks noGrp="1"/>
          </p:cNvSpPr>
          <p:nvPr>
            <p:ph type="ctrTitle" idx="15"/>
          </p:nvPr>
        </p:nvSpPr>
        <p:spPr>
          <a:xfrm>
            <a:off x="713225" y="286566"/>
            <a:ext cx="7717500" cy="600308"/>
          </a:xfrm>
        </p:spPr>
        <p:txBody>
          <a:bodyPr/>
          <a:lstStyle/>
          <a:p>
            <a:r>
              <a:rPr lang="en-IN" dirty="0"/>
              <a:t>Type Of Command</a:t>
            </a:r>
            <a:br>
              <a:rPr lang="en-IN" b="0" i="0" u="none" strike="noStrike" dirty="0">
                <a:effectLst/>
                <a:latin typeface="Arial" panose="020B0604020202020204" pitchFamily="34" charset="0"/>
              </a:rPr>
            </a:br>
            <a:endParaRPr lang="en-IN" dirty="0"/>
          </a:p>
        </p:txBody>
      </p:sp>
      <p:grpSp>
        <p:nvGrpSpPr>
          <p:cNvPr id="275" name="Google Shape;275;p45"/>
          <p:cNvGrpSpPr/>
          <p:nvPr/>
        </p:nvGrpSpPr>
        <p:grpSpPr>
          <a:xfrm>
            <a:off x="3081600" y="-243036"/>
            <a:ext cx="2678400" cy="6082201"/>
            <a:chOff x="5358125" y="-218100"/>
            <a:chExt cx="3654949" cy="6082201"/>
          </a:xfrm>
        </p:grpSpPr>
        <p:pic>
          <p:nvPicPr>
            <p:cNvPr id="276" name="Google Shape;276;p45"/>
            <p:cNvPicPr preferRelativeResize="0"/>
            <p:nvPr/>
          </p:nvPicPr>
          <p:blipFill>
            <a:blip r:embed="rId3">
              <a:alphaModFix/>
            </a:blip>
            <a:stretch>
              <a:fillRect/>
            </a:stretch>
          </p:blipFill>
          <p:spPr>
            <a:xfrm>
              <a:off x="5358125" y="-218100"/>
              <a:ext cx="3571874" cy="3555501"/>
            </a:xfrm>
            <a:prstGeom prst="rect">
              <a:avLst/>
            </a:prstGeom>
            <a:noFill/>
            <a:ln>
              <a:noFill/>
            </a:ln>
          </p:spPr>
        </p:pic>
        <p:pic>
          <p:nvPicPr>
            <p:cNvPr id="277" name="Google Shape;277;p45"/>
            <p:cNvPicPr preferRelativeResize="0"/>
            <p:nvPr/>
          </p:nvPicPr>
          <p:blipFill>
            <a:blip r:embed="rId3">
              <a:alphaModFix/>
            </a:blip>
            <a:stretch>
              <a:fillRect/>
            </a:stretch>
          </p:blipFill>
          <p:spPr>
            <a:xfrm flipH="1">
              <a:off x="5441200" y="2308600"/>
              <a:ext cx="3571874" cy="3555501"/>
            </a:xfrm>
            <a:prstGeom prst="rect">
              <a:avLst/>
            </a:prstGeom>
            <a:noFill/>
            <a:ln>
              <a:noFill/>
            </a:ln>
          </p:spPr>
        </p:pic>
      </p:grpSp>
      <p:pic>
        <p:nvPicPr>
          <p:cNvPr id="278" name="Google Shape;278;p45"/>
          <p:cNvPicPr preferRelativeResize="0"/>
          <p:nvPr/>
        </p:nvPicPr>
        <p:blipFill>
          <a:blip r:embed="rId4">
            <a:alphaModFix/>
          </a:blip>
          <a:stretch>
            <a:fillRect/>
          </a:stretch>
        </p:blipFill>
        <p:spPr>
          <a:xfrm>
            <a:off x="3839756" y="2335448"/>
            <a:ext cx="1782850" cy="1677633"/>
          </a:xfrm>
          <a:prstGeom prst="rect">
            <a:avLst/>
          </a:prstGeom>
          <a:noFill/>
          <a:ln>
            <a:noFill/>
          </a:ln>
        </p:spPr>
      </p:pic>
      <p:pic>
        <p:nvPicPr>
          <p:cNvPr id="279" name="Google Shape;279;p45"/>
          <p:cNvPicPr preferRelativeResize="0"/>
          <p:nvPr/>
        </p:nvPicPr>
        <p:blipFill>
          <a:blip r:embed="rId5">
            <a:alphaModFix/>
          </a:blip>
          <a:stretch>
            <a:fillRect/>
          </a:stretch>
        </p:blipFill>
        <p:spPr>
          <a:xfrm rot="10800000">
            <a:off x="4100308" y="1180366"/>
            <a:ext cx="1344325" cy="1167350"/>
          </a:xfrm>
          <a:prstGeom prst="rect">
            <a:avLst/>
          </a:prstGeom>
          <a:noFill/>
          <a:ln>
            <a:noFill/>
          </a:ln>
        </p:spPr>
      </p:pic>
      <p:pic>
        <p:nvPicPr>
          <p:cNvPr id="280" name="Google Shape;280;p45"/>
          <p:cNvPicPr preferRelativeResize="0"/>
          <p:nvPr/>
        </p:nvPicPr>
        <p:blipFill>
          <a:blip r:embed="rId6">
            <a:alphaModFix/>
          </a:blip>
          <a:stretch>
            <a:fillRect/>
          </a:stretch>
        </p:blipFill>
        <p:spPr>
          <a:xfrm>
            <a:off x="3680618" y="1716242"/>
            <a:ext cx="839381" cy="803750"/>
          </a:xfrm>
          <a:prstGeom prst="rect">
            <a:avLst/>
          </a:prstGeom>
          <a:noFill/>
          <a:ln>
            <a:noFill/>
          </a:ln>
        </p:spPr>
      </p:pic>
      <p:pic>
        <p:nvPicPr>
          <p:cNvPr id="281" name="Google Shape;281;p45"/>
          <p:cNvPicPr preferRelativeResize="0"/>
          <p:nvPr/>
        </p:nvPicPr>
        <p:blipFill>
          <a:blip r:embed="rId7">
            <a:alphaModFix/>
          </a:blip>
          <a:stretch>
            <a:fillRect/>
          </a:stretch>
        </p:blipFill>
        <p:spPr>
          <a:xfrm rot="-4337103">
            <a:off x="3100341" y="3109381"/>
            <a:ext cx="1385975" cy="1249698"/>
          </a:xfrm>
          <a:prstGeom prst="rect">
            <a:avLst/>
          </a:prstGeom>
          <a:noFill/>
          <a:ln>
            <a:noFill/>
          </a:ln>
        </p:spPr>
      </p:pic>
      <p:pic>
        <p:nvPicPr>
          <p:cNvPr id="282" name="Google Shape;282;p45"/>
          <p:cNvPicPr preferRelativeResize="0"/>
          <p:nvPr/>
        </p:nvPicPr>
        <p:blipFill>
          <a:blip r:embed="rId8">
            <a:alphaModFix/>
          </a:blip>
          <a:stretch>
            <a:fillRect/>
          </a:stretch>
        </p:blipFill>
        <p:spPr>
          <a:xfrm>
            <a:off x="4634336" y="3331092"/>
            <a:ext cx="1000659" cy="510975"/>
          </a:xfrm>
          <a:prstGeom prst="rect">
            <a:avLst/>
          </a:prstGeom>
          <a:noFill/>
          <a:ln>
            <a:noFill/>
          </a:ln>
        </p:spPr>
      </p:pic>
      <p:sp>
        <p:nvSpPr>
          <p:cNvPr id="16" name="TextBox 15">
            <a:extLst>
              <a:ext uri="{FF2B5EF4-FFF2-40B4-BE49-F238E27FC236}">
                <a16:creationId xmlns:a16="http://schemas.microsoft.com/office/drawing/2014/main" id="{17300228-1138-6261-A90A-0E88A7445B60}"/>
              </a:ext>
            </a:extLst>
          </p:cNvPr>
          <p:cNvSpPr txBox="1"/>
          <p:nvPr/>
        </p:nvSpPr>
        <p:spPr>
          <a:xfrm>
            <a:off x="7696325" y="3429152"/>
            <a:ext cx="950400" cy="661720"/>
          </a:xfrm>
          <a:prstGeom prst="rect">
            <a:avLst/>
          </a:prstGeom>
          <a:noFill/>
        </p:spPr>
        <p:txBody>
          <a:bodyPr wrap="square" rtlCol="0">
            <a:spAutoFit/>
          </a:bodyPr>
          <a:lstStyle/>
          <a:p>
            <a:r>
              <a:rPr lang="en-US" sz="3700" dirty="0">
                <a:solidFill>
                  <a:schemeClr val="bg1"/>
                </a:solidFill>
                <a:latin typeface="Josefin Sans" pitchFamily="2" charset="0"/>
              </a:rPr>
              <a:t>05</a:t>
            </a:r>
            <a:endParaRPr lang="en-IN" sz="3700" dirty="0">
              <a:solidFill>
                <a:schemeClr val="bg1"/>
              </a:solidFill>
              <a:latin typeface="Josefin Sans" pitchFamily="2" charset="0"/>
            </a:endParaRPr>
          </a:p>
        </p:txBody>
      </p:sp>
      <p:sp>
        <p:nvSpPr>
          <p:cNvPr id="17" name="TextBox 16">
            <a:extLst>
              <a:ext uri="{FF2B5EF4-FFF2-40B4-BE49-F238E27FC236}">
                <a16:creationId xmlns:a16="http://schemas.microsoft.com/office/drawing/2014/main" id="{E20C6EBD-FB68-8D67-973A-A4F8F0FEADDA}"/>
              </a:ext>
            </a:extLst>
          </p:cNvPr>
          <p:cNvSpPr txBox="1"/>
          <p:nvPr/>
        </p:nvSpPr>
        <p:spPr>
          <a:xfrm>
            <a:off x="6450425" y="3970524"/>
            <a:ext cx="2084700" cy="677108"/>
          </a:xfrm>
          <a:prstGeom prst="rect">
            <a:avLst/>
          </a:prstGeom>
          <a:noFill/>
        </p:spPr>
        <p:txBody>
          <a:bodyPr wrap="square" rtlCol="0">
            <a:spAutoFit/>
          </a:bodyPr>
          <a:lstStyle/>
          <a:p>
            <a:pPr algn="r"/>
            <a:r>
              <a:rPr lang="en-IN" sz="1900" dirty="0">
                <a:solidFill>
                  <a:schemeClr val="bg2"/>
                </a:solidFill>
              </a:rPr>
              <a:t>Transaction control Language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8"/>
        <p:cNvGrpSpPr/>
        <p:nvPr/>
      </p:nvGrpSpPr>
      <p:grpSpPr>
        <a:xfrm>
          <a:off x="0" y="0"/>
          <a:ext cx="0" cy="0"/>
          <a:chOff x="0" y="0"/>
          <a:chExt cx="0" cy="0"/>
        </a:xfrm>
      </p:grpSpPr>
      <p:sp>
        <p:nvSpPr>
          <p:cNvPr id="309" name="Google Shape;309;p47"/>
          <p:cNvSpPr txBox="1">
            <a:spLocks noGrp="1"/>
          </p:cNvSpPr>
          <p:nvPr>
            <p:ph type="title"/>
          </p:nvPr>
        </p:nvSpPr>
        <p:spPr>
          <a:xfrm>
            <a:off x="3941700" y="2106650"/>
            <a:ext cx="4462800" cy="1394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Data Definition Language</a:t>
            </a:r>
            <a:endParaRPr dirty="0"/>
          </a:p>
        </p:txBody>
      </p:sp>
      <p:sp>
        <p:nvSpPr>
          <p:cNvPr id="310" name="Google Shape;310;p47"/>
          <p:cNvSpPr txBox="1">
            <a:spLocks noGrp="1"/>
          </p:cNvSpPr>
          <p:nvPr>
            <p:ph type="title" idx="2"/>
          </p:nvPr>
        </p:nvSpPr>
        <p:spPr>
          <a:xfrm>
            <a:off x="5843075" y="737511"/>
            <a:ext cx="2561400" cy="121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01</a:t>
            </a:r>
            <a:endParaRPr/>
          </a:p>
        </p:txBody>
      </p:sp>
      <p:sp>
        <p:nvSpPr>
          <p:cNvPr id="311" name="Google Shape;311;p47"/>
          <p:cNvSpPr txBox="1">
            <a:spLocks noGrp="1"/>
          </p:cNvSpPr>
          <p:nvPr>
            <p:ph type="subTitle" idx="1"/>
          </p:nvPr>
        </p:nvSpPr>
        <p:spPr>
          <a:xfrm>
            <a:off x="4171350" y="3544400"/>
            <a:ext cx="4233000" cy="4806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US" dirty="0"/>
              <a:t>Create, Alter, Drop, Describe, Truncate </a:t>
            </a:r>
            <a:endParaRPr dirty="0"/>
          </a:p>
        </p:txBody>
      </p:sp>
      <p:pic>
        <p:nvPicPr>
          <p:cNvPr id="312" name="Google Shape;312;p47"/>
          <p:cNvPicPr preferRelativeResize="0"/>
          <p:nvPr/>
        </p:nvPicPr>
        <p:blipFill>
          <a:blip r:embed="rId3">
            <a:alphaModFix/>
          </a:blip>
          <a:stretch>
            <a:fillRect/>
          </a:stretch>
        </p:blipFill>
        <p:spPr>
          <a:xfrm>
            <a:off x="773800" y="582975"/>
            <a:ext cx="3571874" cy="3555501"/>
          </a:xfrm>
          <a:prstGeom prst="rect">
            <a:avLst/>
          </a:prstGeom>
          <a:noFill/>
          <a:ln>
            <a:noFill/>
          </a:ln>
        </p:spPr>
      </p:pic>
      <p:pic>
        <p:nvPicPr>
          <p:cNvPr id="313" name="Google Shape;313;p47"/>
          <p:cNvPicPr preferRelativeResize="0"/>
          <p:nvPr/>
        </p:nvPicPr>
        <p:blipFill>
          <a:blip r:embed="rId4">
            <a:alphaModFix/>
          </a:blip>
          <a:stretch>
            <a:fillRect/>
          </a:stretch>
        </p:blipFill>
        <p:spPr>
          <a:xfrm>
            <a:off x="519500" y="1683213"/>
            <a:ext cx="3408968" cy="1140212"/>
          </a:xfrm>
          <a:prstGeom prst="rect">
            <a:avLst/>
          </a:prstGeom>
          <a:noFill/>
          <a:ln>
            <a:noFill/>
          </a:ln>
        </p:spPr>
      </p:pic>
      <p:pic>
        <p:nvPicPr>
          <p:cNvPr id="314" name="Google Shape;314;p47"/>
          <p:cNvPicPr preferRelativeResize="0"/>
          <p:nvPr/>
        </p:nvPicPr>
        <p:blipFill>
          <a:blip r:embed="rId5">
            <a:alphaModFix/>
          </a:blip>
          <a:stretch>
            <a:fillRect/>
          </a:stretch>
        </p:blipFill>
        <p:spPr>
          <a:xfrm rot="-1040281">
            <a:off x="647121" y="1777047"/>
            <a:ext cx="3408965" cy="1293349"/>
          </a:xfrm>
          <a:prstGeom prst="rect">
            <a:avLst/>
          </a:prstGeom>
          <a:noFill/>
          <a:ln>
            <a:noFill/>
          </a:ln>
        </p:spPr>
      </p:pic>
      <p:pic>
        <p:nvPicPr>
          <p:cNvPr id="315" name="Google Shape;315;p47"/>
          <p:cNvPicPr preferRelativeResize="0"/>
          <p:nvPr/>
        </p:nvPicPr>
        <p:blipFill>
          <a:blip r:embed="rId6">
            <a:alphaModFix/>
          </a:blip>
          <a:stretch>
            <a:fillRect/>
          </a:stretch>
        </p:blipFill>
        <p:spPr>
          <a:xfrm flipH="1">
            <a:off x="1247862" y="1683838"/>
            <a:ext cx="1952275" cy="2044775"/>
          </a:xfrm>
          <a:prstGeom prst="rect">
            <a:avLst/>
          </a:prstGeom>
          <a:noFill/>
          <a:ln>
            <a:noFill/>
          </a:ln>
        </p:spPr>
      </p:pic>
      <p:pic>
        <p:nvPicPr>
          <p:cNvPr id="316" name="Google Shape;316;p47"/>
          <p:cNvPicPr preferRelativeResize="0"/>
          <p:nvPr/>
        </p:nvPicPr>
        <p:blipFill>
          <a:blip r:embed="rId7">
            <a:alphaModFix/>
          </a:blip>
          <a:stretch>
            <a:fillRect/>
          </a:stretch>
        </p:blipFill>
        <p:spPr>
          <a:xfrm>
            <a:off x="1734400" y="943141"/>
            <a:ext cx="704744" cy="740700"/>
          </a:xfrm>
          <a:prstGeom prst="rect">
            <a:avLst/>
          </a:prstGeom>
          <a:noFill/>
          <a:ln>
            <a:noFill/>
          </a:ln>
        </p:spPr>
      </p:pic>
      <p:pic>
        <p:nvPicPr>
          <p:cNvPr id="317" name="Google Shape;317;p47"/>
          <p:cNvPicPr preferRelativeResize="0"/>
          <p:nvPr/>
        </p:nvPicPr>
        <p:blipFill>
          <a:blip r:embed="rId8">
            <a:alphaModFix/>
          </a:blip>
          <a:stretch>
            <a:fillRect/>
          </a:stretch>
        </p:blipFill>
        <p:spPr>
          <a:xfrm>
            <a:off x="1534250" y="3626650"/>
            <a:ext cx="839381" cy="803750"/>
          </a:xfrm>
          <a:prstGeom prst="rect">
            <a:avLst/>
          </a:prstGeom>
          <a:noFill/>
          <a:ln>
            <a:noFill/>
          </a:ln>
        </p:spPr>
      </p:pic>
      <p:pic>
        <p:nvPicPr>
          <p:cNvPr id="318" name="Google Shape;318;p47"/>
          <p:cNvPicPr preferRelativeResize="0"/>
          <p:nvPr/>
        </p:nvPicPr>
        <p:blipFill>
          <a:blip r:embed="rId9">
            <a:alphaModFix/>
          </a:blip>
          <a:stretch>
            <a:fillRect/>
          </a:stretch>
        </p:blipFill>
        <p:spPr>
          <a:xfrm>
            <a:off x="3941691" y="899509"/>
            <a:ext cx="875027" cy="8921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46"/>
          <p:cNvPicPr preferRelativeResize="0"/>
          <p:nvPr/>
        </p:nvPicPr>
        <p:blipFill>
          <a:blip r:embed="rId3">
            <a:alphaModFix/>
          </a:blip>
          <a:stretch>
            <a:fillRect/>
          </a:stretch>
        </p:blipFill>
        <p:spPr>
          <a:xfrm>
            <a:off x="8530015" y="4304683"/>
            <a:ext cx="1782850" cy="1677633"/>
          </a:xfrm>
          <a:prstGeom prst="rect">
            <a:avLst/>
          </a:prstGeom>
          <a:noFill/>
          <a:ln>
            <a:noFill/>
          </a:ln>
        </p:spPr>
      </p:pic>
      <p:pic>
        <p:nvPicPr>
          <p:cNvPr id="289" name="Google Shape;289;p46"/>
          <p:cNvPicPr preferRelativeResize="0"/>
          <p:nvPr/>
        </p:nvPicPr>
        <p:blipFill>
          <a:blip r:embed="rId4">
            <a:alphaModFix/>
          </a:blip>
          <a:stretch>
            <a:fillRect/>
          </a:stretch>
        </p:blipFill>
        <p:spPr>
          <a:xfrm>
            <a:off x="436149" y="3124456"/>
            <a:ext cx="2094200" cy="1744559"/>
          </a:xfrm>
          <a:prstGeom prst="rect">
            <a:avLst/>
          </a:prstGeom>
          <a:noFill/>
          <a:ln>
            <a:noFill/>
          </a:ln>
        </p:spPr>
      </p:pic>
      <p:sp>
        <p:nvSpPr>
          <p:cNvPr id="291" name="Google Shape;291;p46"/>
          <p:cNvSpPr txBox="1">
            <a:spLocks noGrp="1"/>
          </p:cNvSpPr>
          <p:nvPr>
            <p:ph type="title"/>
          </p:nvPr>
        </p:nvSpPr>
        <p:spPr>
          <a:xfrm>
            <a:off x="708600" y="222934"/>
            <a:ext cx="7726800" cy="530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Data Definition Language(Create)</a:t>
            </a:r>
            <a:endParaRPr dirty="0"/>
          </a:p>
        </p:txBody>
      </p:sp>
      <p:sp>
        <p:nvSpPr>
          <p:cNvPr id="293" name="Google Shape;293;p46"/>
          <p:cNvSpPr txBox="1">
            <a:spLocks noGrp="1"/>
          </p:cNvSpPr>
          <p:nvPr>
            <p:ph type="subTitle" idx="2"/>
          </p:nvPr>
        </p:nvSpPr>
        <p:spPr>
          <a:xfrm>
            <a:off x="623693" y="920297"/>
            <a:ext cx="2328900" cy="745669"/>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Write the statement to create table with specified Columns &amp; PK </a:t>
            </a:r>
          </a:p>
        </p:txBody>
      </p:sp>
      <p:sp>
        <p:nvSpPr>
          <p:cNvPr id="295" name="Google Shape;295;p46"/>
          <p:cNvSpPr txBox="1">
            <a:spLocks noGrp="1"/>
          </p:cNvSpPr>
          <p:nvPr>
            <p:ph type="subTitle" idx="4"/>
          </p:nvPr>
        </p:nvSpPr>
        <p:spPr>
          <a:xfrm>
            <a:off x="3459820" y="920297"/>
            <a:ext cx="2328900" cy="74567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Write the statement to create table with specified Columns, PK &amp; FK </a:t>
            </a:r>
          </a:p>
          <a:p>
            <a:pPr marL="0" lvl="0" indent="0" algn="r" rtl="0">
              <a:spcBef>
                <a:spcPts val="1200"/>
              </a:spcBef>
              <a:spcAft>
                <a:spcPts val="1200"/>
              </a:spcAft>
              <a:buNone/>
            </a:pPr>
            <a:endParaRPr dirty="0"/>
          </a:p>
        </p:txBody>
      </p:sp>
      <p:sp>
        <p:nvSpPr>
          <p:cNvPr id="297" name="Google Shape;297;p46"/>
          <p:cNvSpPr txBox="1">
            <a:spLocks noGrp="1"/>
          </p:cNvSpPr>
          <p:nvPr>
            <p:ph type="subTitle" idx="6"/>
          </p:nvPr>
        </p:nvSpPr>
        <p:spPr>
          <a:xfrm>
            <a:off x="6474365" y="920297"/>
            <a:ext cx="2328900" cy="84231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Write the statement to create table with specified columns &amp; PK </a:t>
            </a:r>
          </a:p>
        </p:txBody>
      </p:sp>
      <p:pic>
        <p:nvPicPr>
          <p:cNvPr id="298" name="Google Shape;298;p46"/>
          <p:cNvPicPr preferRelativeResize="0"/>
          <p:nvPr/>
        </p:nvPicPr>
        <p:blipFill>
          <a:blip r:embed="rId5">
            <a:alphaModFix/>
          </a:blip>
          <a:stretch>
            <a:fillRect/>
          </a:stretch>
        </p:blipFill>
        <p:spPr>
          <a:xfrm>
            <a:off x="1" y="4715450"/>
            <a:ext cx="623692" cy="549692"/>
          </a:xfrm>
          <a:prstGeom prst="rect">
            <a:avLst/>
          </a:prstGeom>
          <a:noFill/>
          <a:ln>
            <a:noFill/>
          </a:ln>
        </p:spPr>
      </p:pic>
      <p:pic>
        <p:nvPicPr>
          <p:cNvPr id="299" name="Google Shape;299;p46"/>
          <p:cNvPicPr preferRelativeResize="0"/>
          <p:nvPr/>
        </p:nvPicPr>
        <p:blipFill>
          <a:blip r:embed="rId5">
            <a:alphaModFix/>
          </a:blip>
          <a:stretch>
            <a:fillRect/>
          </a:stretch>
        </p:blipFill>
        <p:spPr>
          <a:xfrm>
            <a:off x="8767332" y="0"/>
            <a:ext cx="532209" cy="579863"/>
          </a:xfrm>
          <a:prstGeom prst="rect">
            <a:avLst/>
          </a:prstGeom>
          <a:noFill/>
          <a:ln>
            <a:noFill/>
          </a:ln>
        </p:spPr>
      </p:pic>
      <p:cxnSp>
        <p:nvCxnSpPr>
          <p:cNvPr id="5" name="Straight Connector 4">
            <a:extLst>
              <a:ext uri="{FF2B5EF4-FFF2-40B4-BE49-F238E27FC236}">
                <a16:creationId xmlns:a16="http://schemas.microsoft.com/office/drawing/2014/main" id="{F72F6CAE-FD16-3A8C-60DA-647F2BF3AEA5}"/>
              </a:ext>
            </a:extLst>
          </p:cNvPr>
          <p:cNvCxnSpPr/>
          <p:nvPr/>
        </p:nvCxnSpPr>
        <p:spPr>
          <a:xfrm>
            <a:off x="3144643" y="1444514"/>
            <a:ext cx="0" cy="335988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D185A8-48C2-B4C0-04D9-0F3BFF1E08F5}"/>
              </a:ext>
            </a:extLst>
          </p:cNvPr>
          <p:cNvCxnSpPr/>
          <p:nvPr/>
        </p:nvCxnSpPr>
        <p:spPr>
          <a:xfrm>
            <a:off x="6159189" y="1444514"/>
            <a:ext cx="0" cy="335988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F68A765-11D3-40E0-AAE5-3479D9B2F009}"/>
              </a:ext>
            </a:extLst>
          </p:cNvPr>
          <p:cNvPicPr>
            <a:picLocks noChangeAspect="1"/>
          </p:cNvPicPr>
          <p:nvPr/>
        </p:nvPicPr>
        <p:blipFill>
          <a:blip r:embed="rId6"/>
          <a:stretch>
            <a:fillRect/>
          </a:stretch>
        </p:blipFill>
        <p:spPr>
          <a:xfrm>
            <a:off x="202581" y="1710409"/>
            <a:ext cx="2882588" cy="3093988"/>
          </a:xfrm>
          <a:prstGeom prst="rect">
            <a:avLst/>
          </a:prstGeom>
        </p:spPr>
      </p:pic>
      <p:pic>
        <p:nvPicPr>
          <p:cNvPr id="18" name="Picture 17">
            <a:extLst>
              <a:ext uri="{FF2B5EF4-FFF2-40B4-BE49-F238E27FC236}">
                <a16:creationId xmlns:a16="http://schemas.microsoft.com/office/drawing/2014/main" id="{C4051773-8645-DF0F-49DA-07FF58F32EAE}"/>
              </a:ext>
            </a:extLst>
          </p:cNvPr>
          <p:cNvPicPr>
            <a:picLocks noChangeAspect="1"/>
          </p:cNvPicPr>
          <p:nvPr/>
        </p:nvPicPr>
        <p:blipFill>
          <a:blip r:embed="rId7"/>
          <a:stretch>
            <a:fillRect/>
          </a:stretch>
        </p:blipFill>
        <p:spPr>
          <a:xfrm>
            <a:off x="3206420" y="1710409"/>
            <a:ext cx="2893289" cy="3093988"/>
          </a:xfrm>
          <a:prstGeom prst="rect">
            <a:avLst/>
          </a:prstGeom>
        </p:spPr>
      </p:pic>
      <p:pic>
        <p:nvPicPr>
          <p:cNvPr id="20" name="Picture 19">
            <a:extLst>
              <a:ext uri="{FF2B5EF4-FFF2-40B4-BE49-F238E27FC236}">
                <a16:creationId xmlns:a16="http://schemas.microsoft.com/office/drawing/2014/main" id="{BDB80420-9CF3-C0E3-C396-15445714B75A}"/>
              </a:ext>
            </a:extLst>
          </p:cNvPr>
          <p:cNvPicPr>
            <a:picLocks noChangeAspect="1"/>
          </p:cNvPicPr>
          <p:nvPr/>
        </p:nvPicPr>
        <p:blipFill>
          <a:blip r:embed="rId8"/>
          <a:stretch>
            <a:fillRect/>
          </a:stretch>
        </p:blipFill>
        <p:spPr>
          <a:xfrm>
            <a:off x="6218670" y="1710409"/>
            <a:ext cx="2748760" cy="30939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46"/>
          <p:cNvPicPr preferRelativeResize="0"/>
          <p:nvPr/>
        </p:nvPicPr>
        <p:blipFill>
          <a:blip r:embed="rId3">
            <a:alphaModFix/>
          </a:blip>
          <a:stretch>
            <a:fillRect/>
          </a:stretch>
        </p:blipFill>
        <p:spPr>
          <a:xfrm>
            <a:off x="8530015" y="4304683"/>
            <a:ext cx="1782850" cy="1677633"/>
          </a:xfrm>
          <a:prstGeom prst="rect">
            <a:avLst/>
          </a:prstGeom>
          <a:noFill/>
          <a:ln>
            <a:noFill/>
          </a:ln>
        </p:spPr>
      </p:pic>
      <p:pic>
        <p:nvPicPr>
          <p:cNvPr id="289" name="Google Shape;289;p46"/>
          <p:cNvPicPr preferRelativeResize="0"/>
          <p:nvPr/>
        </p:nvPicPr>
        <p:blipFill>
          <a:blip r:embed="rId4">
            <a:alphaModFix/>
          </a:blip>
          <a:stretch>
            <a:fillRect/>
          </a:stretch>
        </p:blipFill>
        <p:spPr>
          <a:xfrm>
            <a:off x="436149" y="3124456"/>
            <a:ext cx="2094200" cy="1744559"/>
          </a:xfrm>
          <a:prstGeom prst="rect">
            <a:avLst/>
          </a:prstGeom>
          <a:noFill/>
          <a:ln>
            <a:noFill/>
          </a:ln>
        </p:spPr>
      </p:pic>
      <p:sp>
        <p:nvSpPr>
          <p:cNvPr id="291" name="Google Shape;291;p46"/>
          <p:cNvSpPr txBox="1">
            <a:spLocks noGrp="1"/>
          </p:cNvSpPr>
          <p:nvPr>
            <p:ph type="title"/>
          </p:nvPr>
        </p:nvSpPr>
        <p:spPr>
          <a:xfrm>
            <a:off x="708600" y="222934"/>
            <a:ext cx="7726800" cy="530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Data Definition Language(Create)</a:t>
            </a:r>
            <a:endParaRPr dirty="0"/>
          </a:p>
        </p:txBody>
      </p:sp>
      <p:sp>
        <p:nvSpPr>
          <p:cNvPr id="295" name="Google Shape;295;p46"/>
          <p:cNvSpPr txBox="1">
            <a:spLocks noGrp="1"/>
          </p:cNvSpPr>
          <p:nvPr>
            <p:ph type="subTitle" idx="4"/>
          </p:nvPr>
        </p:nvSpPr>
        <p:spPr>
          <a:xfrm>
            <a:off x="623693" y="920297"/>
            <a:ext cx="3629095" cy="598057"/>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Write the statement to create table with specified Columns, PK &amp; FK </a:t>
            </a:r>
          </a:p>
          <a:p>
            <a:pPr marL="0" lvl="0" indent="0" algn="r" rtl="0">
              <a:spcBef>
                <a:spcPts val="1200"/>
              </a:spcBef>
              <a:spcAft>
                <a:spcPts val="1200"/>
              </a:spcAft>
              <a:buNone/>
            </a:pPr>
            <a:endParaRPr dirty="0"/>
          </a:p>
        </p:txBody>
      </p:sp>
      <p:sp>
        <p:nvSpPr>
          <p:cNvPr id="297" name="Google Shape;297;p46"/>
          <p:cNvSpPr txBox="1">
            <a:spLocks noGrp="1"/>
          </p:cNvSpPr>
          <p:nvPr>
            <p:ph type="subTitle" idx="6"/>
          </p:nvPr>
        </p:nvSpPr>
        <p:spPr>
          <a:xfrm>
            <a:off x="5084957" y="920297"/>
            <a:ext cx="3629098" cy="684409"/>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Write the statement to create table with specified columns FK &amp; PK </a:t>
            </a:r>
          </a:p>
        </p:txBody>
      </p:sp>
      <p:pic>
        <p:nvPicPr>
          <p:cNvPr id="298" name="Google Shape;298;p46"/>
          <p:cNvPicPr preferRelativeResize="0"/>
          <p:nvPr/>
        </p:nvPicPr>
        <p:blipFill>
          <a:blip r:embed="rId5">
            <a:alphaModFix/>
          </a:blip>
          <a:stretch>
            <a:fillRect/>
          </a:stretch>
        </p:blipFill>
        <p:spPr>
          <a:xfrm>
            <a:off x="1" y="4715450"/>
            <a:ext cx="623692" cy="549692"/>
          </a:xfrm>
          <a:prstGeom prst="rect">
            <a:avLst/>
          </a:prstGeom>
          <a:noFill/>
          <a:ln>
            <a:noFill/>
          </a:ln>
        </p:spPr>
      </p:pic>
      <p:pic>
        <p:nvPicPr>
          <p:cNvPr id="299" name="Google Shape;299;p46"/>
          <p:cNvPicPr preferRelativeResize="0"/>
          <p:nvPr/>
        </p:nvPicPr>
        <p:blipFill>
          <a:blip r:embed="rId5">
            <a:alphaModFix/>
          </a:blip>
          <a:stretch>
            <a:fillRect/>
          </a:stretch>
        </p:blipFill>
        <p:spPr>
          <a:xfrm>
            <a:off x="8767332" y="0"/>
            <a:ext cx="532209" cy="579863"/>
          </a:xfrm>
          <a:prstGeom prst="rect">
            <a:avLst/>
          </a:prstGeom>
          <a:noFill/>
          <a:ln>
            <a:noFill/>
          </a:ln>
        </p:spPr>
      </p:pic>
      <p:cxnSp>
        <p:nvCxnSpPr>
          <p:cNvPr id="8" name="Straight Connector 7">
            <a:extLst>
              <a:ext uri="{FF2B5EF4-FFF2-40B4-BE49-F238E27FC236}">
                <a16:creationId xmlns:a16="http://schemas.microsoft.com/office/drawing/2014/main" id="{86D185A8-48C2-B4C0-04D9-0F3BFF1E08F5}"/>
              </a:ext>
            </a:extLst>
          </p:cNvPr>
          <p:cNvCxnSpPr>
            <a:cxnSpLocks/>
          </p:cNvCxnSpPr>
          <p:nvPr/>
        </p:nvCxnSpPr>
        <p:spPr>
          <a:xfrm>
            <a:off x="4553414" y="1338146"/>
            <a:ext cx="0" cy="35308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A2BF94A-F8CA-856B-444D-7F58447382CA}"/>
              </a:ext>
            </a:extLst>
          </p:cNvPr>
          <p:cNvPicPr>
            <a:picLocks noChangeAspect="1"/>
          </p:cNvPicPr>
          <p:nvPr/>
        </p:nvPicPr>
        <p:blipFill>
          <a:blip r:embed="rId6"/>
          <a:stretch>
            <a:fillRect/>
          </a:stretch>
        </p:blipFill>
        <p:spPr>
          <a:xfrm>
            <a:off x="311846" y="1576890"/>
            <a:ext cx="4170941" cy="3292125"/>
          </a:xfrm>
          <a:prstGeom prst="rect">
            <a:avLst/>
          </a:prstGeom>
        </p:spPr>
      </p:pic>
      <p:pic>
        <p:nvPicPr>
          <p:cNvPr id="10" name="Picture 9">
            <a:extLst>
              <a:ext uri="{FF2B5EF4-FFF2-40B4-BE49-F238E27FC236}">
                <a16:creationId xmlns:a16="http://schemas.microsoft.com/office/drawing/2014/main" id="{D0EE2C08-3CE9-9878-C0F9-A56F616D497F}"/>
              </a:ext>
            </a:extLst>
          </p:cNvPr>
          <p:cNvPicPr>
            <a:picLocks noChangeAspect="1"/>
          </p:cNvPicPr>
          <p:nvPr/>
        </p:nvPicPr>
        <p:blipFill>
          <a:blip r:embed="rId7"/>
          <a:stretch>
            <a:fillRect/>
          </a:stretch>
        </p:blipFill>
        <p:spPr>
          <a:xfrm>
            <a:off x="4624042" y="1576890"/>
            <a:ext cx="4208110" cy="3292125"/>
          </a:xfrm>
          <a:prstGeom prst="rect">
            <a:avLst/>
          </a:prstGeom>
        </p:spPr>
      </p:pic>
    </p:spTree>
    <p:extLst>
      <p:ext uri="{BB962C8B-B14F-4D97-AF65-F5344CB8AC3E}">
        <p14:creationId xmlns:p14="http://schemas.microsoft.com/office/powerpoint/2010/main" val="3131652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57"/>
          <p:cNvPicPr preferRelativeResize="0"/>
          <p:nvPr/>
        </p:nvPicPr>
        <p:blipFill>
          <a:blip r:embed="rId3">
            <a:alphaModFix/>
          </a:blip>
          <a:stretch>
            <a:fillRect/>
          </a:stretch>
        </p:blipFill>
        <p:spPr>
          <a:xfrm>
            <a:off x="4558650" y="-2040675"/>
            <a:ext cx="3571874" cy="3555501"/>
          </a:xfrm>
          <a:prstGeom prst="rect">
            <a:avLst/>
          </a:prstGeom>
          <a:noFill/>
          <a:ln>
            <a:noFill/>
          </a:ln>
        </p:spPr>
      </p:pic>
      <p:pic>
        <p:nvPicPr>
          <p:cNvPr id="509" name="Google Shape;509;p57"/>
          <p:cNvPicPr preferRelativeResize="0"/>
          <p:nvPr/>
        </p:nvPicPr>
        <p:blipFill>
          <a:blip r:embed="rId3">
            <a:alphaModFix/>
          </a:blip>
          <a:stretch>
            <a:fillRect/>
          </a:stretch>
        </p:blipFill>
        <p:spPr>
          <a:xfrm>
            <a:off x="4770550" y="1297325"/>
            <a:ext cx="3571874" cy="3555501"/>
          </a:xfrm>
          <a:prstGeom prst="rect">
            <a:avLst/>
          </a:prstGeom>
          <a:noFill/>
          <a:ln>
            <a:noFill/>
          </a:ln>
        </p:spPr>
      </p:pic>
      <p:sp>
        <p:nvSpPr>
          <p:cNvPr id="510" name="Google Shape;510;p57"/>
          <p:cNvSpPr txBox="1">
            <a:spLocks noGrp="1"/>
          </p:cNvSpPr>
          <p:nvPr>
            <p:ph type="title"/>
          </p:nvPr>
        </p:nvSpPr>
        <p:spPr>
          <a:xfrm>
            <a:off x="718798" y="1900486"/>
            <a:ext cx="4099800" cy="1398563"/>
          </a:xfrm>
          <a:prstGeom prst="rect">
            <a:avLst/>
          </a:prstGeom>
        </p:spPr>
        <p:txBody>
          <a:bodyPr spcFirstLastPara="1" wrap="square" lIns="91425" tIns="91425" rIns="91425" bIns="91425" anchor="t" anchorCtr="0">
            <a:noAutofit/>
          </a:bodyPr>
          <a:lstStyle/>
          <a:p>
            <a:r>
              <a:rPr lang="en-IN" sz="3200" dirty="0"/>
              <a:t>Data Manipulation Language</a:t>
            </a:r>
          </a:p>
        </p:txBody>
      </p:sp>
      <p:sp>
        <p:nvSpPr>
          <p:cNvPr id="511" name="Google Shape;511;p57"/>
          <p:cNvSpPr txBox="1">
            <a:spLocks noGrp="1"/>
          </p:cNvSpPr>
          <p:nvPr>
            <p:ph type="title" idx="2"/>
          </p:nvPr>
        </p:nvSpPr>
        <p:spPr>
          <a:xfrm>
            <a:off x="732575" y="510833"/>
            <a:ext cx="2561400" cy="13539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sp>
        <p:nvSpPr>
          <p:cNvPr id="512" name="Google Shape;512;p57"/>
          <p:cNvSpPr txBox="1">
            <a:spLocks noGrp="1"/>
          </p:cNvSpPr>
          <p:nvPr>
            <p:ph type="subTitle" idx="1"/>
          </p:nvPr>
        </p:nvSpPr>
        <p:spPr>
          <a:xfrm>
            <a:off x="732575" y="3299049"/>
            <a:ext cx="4099800" cy="480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N" dirty="0"/>
              <a:t>Insert, Update, Delete</a:t>
            </a:r>
            <a:endParaRPr dirty="0"/>
          </a:p>
        </p:txBody>
      </p:sp>
      <p:pic>
        <p:nvPicPr>
          <p:cNvPr id="513" name="Google Shape;513;p57"/>
          <p:cNvPicPr preferRelativeResize="0"/>
          <p:nvPr/>
        </p:nvPicPr>
        <p:blipFill>
          <a:blip r:embed="rId4">
            <a:alphaModFix/>
          </a:blip>
          <a:stretch>
            <a:fillRect/>
          </a:stretch>
        </p:blipFill>
        <p:spPr>
          <a:xfrm>
            <a:off x="5257300" y="2118767"/>
            <a:ext cx="1782850" cy="1677633"/>
          </a:xfrm>
          <a:prstGeom prst="rect">
            <a:avLst/>
          </a:prstGeom>
          <a:noFill/>
          <a:ln>
            <a:noFill/>
          </a:ln>
        </p:spPr>
      </p:pic>
      <p:pic>
        <p:nvPicPr>
          <p:cNvPr id="514" name="Google Shape;514;p57"/>
          <p:cNvPicPr preferRelativeResize="0"/>
          <p:nvPr/>
        </p:nvPicPr>
        <p:blipFill>
          <a:blip r:embed="rId5">
            <a:alphaModFix/>
          </a:blip>
          <a:stretch>
            <a:fillRect/>
          </a:stretch>
        </p:blipFill>
        <p:spPr>
          <a:xfrm>
            <a:off x="5730974" y="1235906"/>
            <a:ext cx="2094200" cy="1744559"/>
          </a:xfrm>
          <a:prstGeom prst="rect">
            <a:avLst/>
          </a:prstGeom>
          <a:noFill/>
          <a:ln>
            <a:noFill/>
          </a:ln>
        </p:spPr>
      </p:pic>
      <p:pic>
        <p:nvPicPr>
          <p:cNvPr id="515" name="Google Shape;515;p57"/>
          <p:cNvPicPr preferRelativeResize="0"/>
          <p:nvPr/>
        </p:nvPicPr>
        <p:blipFill rotWithShape="1">
          <a:blip r:embed="rId6">
            <a:alphaModFix/>
          </a:blip>
          <a:srcRect t="-12106" b="-3741"/>
          <a:stretch/>
        </p:blipFill>
        <p:spPr>
          <a:xfrm>
            <a:off x="5772025" y="2815149"/>
            <a:ext cx="1782850" cy="1793425"/>
          </a:xfrm>
          <a:prstGeom prst="rect">
            <a:avLst/>
          </a:prstGeom>
          <a:noFill/>
          <a:ln>
            <a:noFill/>
          </a:ln>
        </p:spPr>
      </p:pic>
      <p:pic>
        <p:nvPicPr>
          <p:cNvPr id="516" name="Google Shape;516;p57"/>
          <p:cNvPicPr preferRelativeResize="0"/>
          <p:nvPr/>
        </p:nvPicPr>
        <p:blipFill>
          <a:blip r:embed="rId7">
            <a:alphaModFix/>
          </a:blip>
          <a:stretch>
            <a:fillRect/>
          </a:stretch>
        </p:blipFill>
        <p:spPr>
          <a:xfrm rot="-9281807">
            <a:off x="5550166" y="1699712"/>
            <a:ext cx="1000659" cy="510975"/>
          </a:xfrm>
          <a:prstGeom prst="rect">
            <a:avLst/>
          </a:prstGeom>
          <a:noFill/>
          <a:ln>
            <a:noFill/>
          </a:ln>
        </p:spPr>
      </p:pic>
      <p:pic>
        <p:nvPicPr>
          <p:cNvPr id="517" name="Google Shape;517;p57"/>
          <p:cNvPicPr preferRelativeResize="0"/>
          <p:nvPr/>
        </p:nvPicPr>
        <p:blipFill>
          <a:blip r:embed="rId8">
            <a:alphaModFix/>
          </a:blip>
          <a:stretch>
            <a:fillRect/>
          </a:stretch>
        </p:blipFill>
        <p:spPr>
          <a:xfrm>
            <a:off x="6046986" y="1072151"/>
            <a:ext cx="616990" cy="618625"/>
          </a:xfrm>
          <a:prstGeom prst="rect">
            <a:avLst/>
          </a:prstGeom>
          <a:noFill/>
          <a:ln>
            <a:noFill/>
          </a:ln>
        </p:spPr>
      </p:pic>
      <p:pic>
        <p:nvPicPr>
          <p:cNvPr id="518" name="Google Shape;518;p57"/>
          <p:cNvPicPr preferRelativeResize="0"/>
          <p:nvPr/>
        </p:nvPicPr>
        <p:blipFill>
          <a:blip r:embed="rId9">
            <a:alphaModFix/>
          </a:blip>
          <a:stretch>
            <a:fillRect/>
          </a:stretch>
        </p:blipFill>
        <p:spPr>
          <a:xfrm rot="-6298734">
            <a:off x="5467954" y="2471665"/>
            <a:ext cx="1775043" cy="1600522"/>
          </a:xfrm>
          <a:prstGeom prst="rect">
            <a:avLst/>
          </a:prstGeom>
          <a:noFill/>
          <a:ln>
            <a:noFill/>
          </a:ln>
        </p:spPr>
      </p:pic>
      <p:pic>
        <p:nvPicPr>
          <p:cNvPr id="519" name="Google Shape;519;p57"/>
          <p:cNvPicPr preferRelativeResize="0"/>
          <p:nvPr/>
        </p:nvPicPr>
        <p:blipFill>
          <a:blip r:embed="rId10">
            <a:alphaModFix/>
          </a:blip>
          <a:stretch>
            <a:fillRect/>
          </a:stretch>
        </p:blipFill>
        <p:spPr>
          <a:xfrm flipH="1">
            <a:off x="6338187" y="770375"/>
            <a:ext cx="1952275" cy="2044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title"/>
          </p:nvPr>
        </p:nvSpPr>
        <p:spPr>
          <a:xfrm>
            <a:off x="388800" y="161012"/>
            <a:ext cx="8387999" cy="66211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600" dirty="0"/>
              <a:t>Data Manipulation Language (Insert)</a:t>
            </a:r>
            <a:endParaRPr dirty="0"/>
          </a:p>
        </p:txBody>
      </p:sp>
      <p:sp>
        <p:nvSpPr>
          <p:cNvPr id="324" name="Google Shape;324;p48"/>
          <p:cNvSpPr txBox="1">
            <a:spLocks noGrp="1"/>
          </p:cNvSpPr>
          <p:nvPr>
            <p:ph type="subTitle" idx="1"/>
          </p:nvPr>
        </p:nvSpPr>
        <p:spPr>
          <a:xfrm>
            <a:off x="388800" y="823127"/>
            <a:ext cx="3912206" cy="422474"/>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t>Insert at least 10 records in each table</a:t>
            </a:r>
            <a:endParaRPr dirty="0"/>
          </a:p>
        </p:txBody>
      </p:sp>
      <p:pic>
        <p:nvPicPr>
          <p:cNvPr id="326" name="Google Shape;326;p48"/>
          <p:cNvPicPr preferRelativeResize="0"/>
          <p:nvPr/>
        </p:nvPicPr>
        <p:blipFill>
          <a:blip r:embed="rId3">
            <a:alphaModFix/>
          </a:blip>
          <a:stretch>
            <a:fillRect/>
          </a:stretch>
        </p:blipFill>
        <p:spPr>
          <a:xfrm>
            <a:off x="146608" y="2589401"/>
            <a:ext cx="3571874" cy="3555501"/>
          </a:xfrm>
          <a:prstGeom prst="rect">
            <a:avLst/>
          </a:prstGeom>
          <a:noFill/>
          <a:ln>
            <a:noFill/>
          </a:ln>
        </p:spPr>
      </p:pic>
      <p:pic>
        <p:nvPicPr>
          <p:cNvPr id="327" name="Google Shape;327;p48"/>
          <p:cNvPicPr preferRelativeResize="0"/>
          <p:nvPr/>
        </p:nvPicPr>
        <p:blipFill>
          <a:blip r:embed="rId3">
            <a:alphaModFix/>
          </a:blip>
          <a:stretch>
            <a:fillRect/>
          </a:stretch>
        </p:blipFill>
        <p:spPr>
          <a:xfrm flipH="1">
            <a:off x="3841118" y="-954625"/>
            <a:ext cx="5156274" cy="3555501"/>
          </a:xfrm>
          <a:prstGeom prst="rect">
            <a:avLst/>
          </a:prstGeom>
          <a:noFill/>
          <a:ln>
            <a:noFill/>
          </a:ln>
        </p:spPr>
      </p:pic>
      <p:pic>
        <p:nvPicPr>
          <p:cNvPr id="328" name="Google Shape;328;p48"/>
          <p:cNvPicPr preferRelativeResize="0"/>
          <p:nvPr/>
        </p:nvPicPr>
        <p:blipFill>
          <a:blip r:embed="rId4">
            <a:alphaModFix/>
          </a:blip>
          <a:stretch>
            <a:fillRect/>
          </a:stretch>
        </p:blipFill>
        <p:spPr>
          <a:xfrm flipH="1">
            <a:off x="7181801" y="4163809"/>
            <a:ext cx="2244101" cy="1554825"/>
          </a:xfrm>
          <a:prstGeom prst="rect">
            <a:avLst/>
          </a:prstGeom>
          <a:noFill/>
          <a:ln>
            <a:noFill/>
          </a:ln>
        </p:spPr>
      </p:pic>
      <p:pic>
        <p:nvPicPr>
          <p:cNvPr id="329" name="Google Shape;329;p48"/>
          <p:cNvPicPr preferRelativeResize="0"/>
          <p:nvPr/>
        </p:nvPicPr>
        <p:blipFill>
          <a:blip r:embed="rId5">
            <a:alphaModFix/>
          </a:blip>
          <a:stretch>
            <a:fillRect/>
          </a:stretch>
        </p:blipFill>
        <p:spPr>
          <a:xfrm flipH="1">
            <a:off x="-341157" y="4798621"/>
            <a:ext cx="682314" cy="689757"/>
          </a:xfrm>
          <a:prstGeom prst="rect">
            <a:avLst/>
          </a:prstGeom>
          <a:noFill/>
          <a:ln>
            <a:noFill/>
          </a:ln>
        </p:spPr>
      </p:pic>
      <p:pic>
        <p:nvPicPr>
          <p:cNvPr id="330" name="Google Shape;330;p48"/>
          <p:cNvPicPr preferRelativeResize="0"/>
          <p:nvPr/>
        </p:nvPicPr>
        <p:blipFill>
          <a:blip r:embed="rId6">
            <a:alphaModFix/>
          </a:blip>
          <a:stretch>
            <a:fillRect/>
          </a:stretch>
        </p:blipFill>
        <p:spPr>
          <a:xfrm flipH="1">
            <a:off x="8603999" y="7900"/>
            <a:ext cx="592488" cy="532764"/>
          </a:xfrm>
          <a:prstGeom prst="rect">
            <a:avLst/>
          </a:prstGeom>
          <a:noFill/>
          <a:ln>
            <a:noFill/>
          </a:ln>
        </p:spPr>
      </p:pic>
      <p:pic>
        <p:nvPicPr>
          <p:cNvPr id="331" name="Google Shape;331;p48"/>
          <p:cNvPicPr preferRelativeResize="0"/>
          <p:nvPr/>
        </p:nvPicPr>
        <p:blipFill>
          <a:blip r:embed="rId7">
            <a:alphaModFix/>
          </a:blip>
          <a:stretch>
            <a:fillRect/>
          </a:stretch>
        </p:blipFill>
        <p:spPr>
          <a:xfrm rot="767547" flipH="1">
            <a:off x="-49832" y="-93218"/>
            <a:ext cx="615670" cy="1400302"/>
          </a:xfrm>
          <a:prstGeom prst="rect">
            <a:avLst/>
          </a:prstGeom>
          <a:noFill/>
          <a:ln>
            <a:noFill/>
          </a:ln>
        </p:spPr>
      </p:pic>
      <p:cxnSp>
        <p:nvCxnSpPr>
          <p:cNvPr id="5" name="Straight Connector 4">
            <a:extLst>
              <a:ext uri="{FF2B5EF4-FFF2-40B4-BE49-F238E27FC236}">
                <a16:creationId xmlns:a16="http://schemas.microsoft.com/office/drawing/2014/main" id="{7904097D-58DB-BF43-3B9A-1C783ECEE48D}"/>
              </a:ext>
            </a:extLst>
          </p:cNvPr>
          <p:cNvCxnSpPr>
            <a:cxnSpLocks/>
          </p:cNvCxnSpPr>
          <p:nvPr/>
        </p:nvCxnSpPr>
        <p:spPr>
          <a:xfrm>
            <a:off x="4591834" y="1133083"/>
            <a:ext cx="30566" cy="36655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8623B45-780E-F116-8DF4-AF4AEDEA1904}"/>
              </a:ext>
            </a:extLst>
          </p:cNvPr>
          <p:cNvPicPr>
            <a:picLocks noChangeAspect="1"/>
          </p:cNvPicPr>
          <p:nvPr/>
        </p:nvPicPr>
        <p:blipFill>
          <a:blip r:embed="rId8"/>
          <a:stretch>
            <a:fillRect/>
          </a:stretch>
        </p:blipFill>
        <p:spPr>
          <a:xfrm>
            <a:off x="4842996" y="824941"/>
            <a:ext cx="3913971" cy="420660"/>
          </a:xfrm>
          <a:prstGeom prst="rect">
            <a:avLst/>
          </a:prstGeom>
        </p:spPr>
      </p:pic>
      <p:pic>
        <p:nvPicPr>
          <p:cNvPr id="3" name="Picture 2">
            <a:extLst>
              <a:ext uri="{FF2B5EF4-FFF2-40B4-BE49-F238E27FC236}">
                <a16:creationId xmlns:a16="http://schemas.microsoft.com/office/drawing/2014/main" id="{DC4C629D-35A7-6D81-4D89-6959BF14362A}"/>
              </a:ext>
            </a:extLst>
          </p:cNvPr>
          <p:cNvPicPr>
            <a:picLocks noChangeAspect="1"/>
          </p:cNvPicPr>
          <p:nvPr/>
        </p:nvPicPr>
        <p:blipFill>
          <a:blip r:embed="rId9"/>
          <a:stretch>
            <a:fillRect/>
          </a:stretch>
        </p:blipFill>
        <p:spPr>
          <a:xfrm>
            <a:off x="387033" y="1245475"/>
            <a:ext cx="4165135" cy="3553146"/>
          </a:xfrm>
          <a:prstGeom prst="rect">
            <a:avLst/>
          </a:prstGeom>
        </p:spPr>
      </p:pic>
      <p:pic>
        <p:nvPicPr>
          <p:cNvPr id="8" name="Picture 7">
            <a:extLst>
              <a:ext uri="{FF2B5EF4-FFF2-40B4-BE49-F238E27FC236}">
                <a16:creationId xmlns:a16="http://schemas.microsoft.com/office/drawing/2014/main" id="{3ACD0D92-6427-90D8-3C66-A863E1A872B1}"/>
              </a:ext>
            </a:extLst>
          </p:cNvPr>
          <p:cNvPicPr>
            <a:picLocks noChangeAspect="1"/>
          </p:cNvPicPr>
          <p:nvPr/>
        </p:nvPicPr>
        <p:blipFill>
          <a:blip r:embed="rId10"/>
          <a:stretch>
            <a:fillRect/>
          </a:stretch>
        </p:blipFill>
        <p:spPr>
          <a:xfrm>
            <a:off x="4662066" y="1245475"/>
            <a:ext cx="4274195" cy="35531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60"/>
          <p:cNvPicPr preferRelativeResize="0"/>
          <p:nvPr/>
        </p:nvPicPr>
        <p:blipFill>
          <a:blip r:embed="rId3">
            <a:alphaModFix/>
          </a:blip>
          <a:stretch>
            <a:fillRect/>
          </a:stretch>
        </p:blipFill>
        <p:spPr>
          <a:xfrm rot="-6559945">
            <a:off x="5545062" y="-1238250"/>
            <a:ext cx="3571873" cy="3555500"/>
          </a:xfrm>
          <a:prstGeom prst="rect">
            <a:avLst/>
          </a:prstGeom>
          <a:noFill/>
          <a:ln>
            <a:noFill/>
          </a:ln>
        </p:spPr>
      </p:pic>
      <p:pic>
        <p:nvPicPr>
          <p:cNvPr id="593" name="Google Shape;593;p60"/>
          <p:cNvPicPr preferRelativeResize="0"/>
          <p:nvPr/>
        </p:nvPicPr>
        <p:blipFill>
          <a:blip r:embed="rId3">
            <a:alphaModFix/>
          </a:blip>
          <a:stretch>
            <a:fillRect/>
          </a:stretch>
        </p:blipFill>
        <p:spPr>
          <a:xfrm>
            <a:off x="3446850" y="-968800"/>
            <a:ext cx="3571874" cy="3555501"/>
          </a:xfrm>
          <a:prstGeom prst="rect">
            <a:avLst/>
          </a:prstGeom>
          <a:noFill/>
          <a:ln>
            <a:noFill/>
          </a:ln>
        </p:spPr>
      </p:pic>
      <p:sp>
        <p:nvSpPr>
          <p:cNvPr id="594" name="Google Shape;594;p60"/>
          <p:cNvSpPr txBox="1">
            <a:spLocks noGrp="1"/>
          </p:cNvSpPr>
          <p:nvPr>
            <p:ph type="title"/>
          </p:nvPr>
        </p:nvSpPr>
        <p:spPr>
          <a:xfrm>
            <a:off x="2216050" y="2716297"/>
            <a:ext cx="4390800" cy="13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Data Query Language</a:t>
            </a:r>
            <a:endParaRPr dirty="0"/>
          </a:p>
        </p:txBody>
      </p:sp>
      <p:sp>
        <p:nvSpPr>
          <p:cNvPr id="595" name="Google Shape;595;p60"/>
          <p:cNvSpPr txBox="1">
            <a:spLocks noGrp="1"/>
          </p:cNvSpPr>
          <p:nvPr>
            <p:ph type="title" idx="2"/>
          </p:nvPr>
        </p:nvSpPr>
        <p:spPr>
          <a:xfrm>
            <a:off x="630300" y="2785500"/>
            <a:ext cx="1596900" cy="121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03</a:t>
            </a:r>
            <a:endParaRPr/>
          </a:p>
        </p:txBody>
      </p:sp>
      <p:sp>
        <p:nvSpPr>
          <p:cNvPr id="596" name="Google Shape;596;p60"/>
          <p:cNvSpPr txBox="1">
            <a:spLocks noGrp="1"/>
          </p:cNvSpPr>
          <p:nvPr>
            <p:ph type="subTitle" idx="1"/>
          </p:nvPr>
        </p:nvSpPr>
        <p:spPr>
          <a:xfrm>
            <a:off x="2216050" y="4125778"/>
            <a:ext cx="4537500" cy="480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N" dirty="0"/>
              <a:t>select, show, help</a:t>
            </a:r>
            <a:endParaRPr dirty="0"/>
          </a:p>
        </p:txBody>
      </p:sp>
      <p:pic>
        <p:nvPicPr>
          <p:cNvPr id="597" name="Google Shape;597;p60"/>
          <p:cNvPicPr preferRelativeResize="0"/>
          <p:nvPr/>
        </p:nvPicPr>
        <p:blipFill>
          <a:blip r:embed="rId4">
            <a:alphaModFix/>
          </a:blip>
          <a:stretch>
            <a:fillRect/>
          </a:stretch>
        </p:blipFill>
        <p:spPr>
          <a:xfrm>
            <a:off x="5397500" y="319825"/>
            <a:ext cx="2685800" cy="2685800"/>
          </a:xfrm>
          <a:prstGeom prst="rect">
            <a:avLst/>
          </a:prstGeom>
          <a:noFill/>
          <a:ln>
            <a:noFill/>
          </a:ln>
        </p:spPr>
      </p:pic>
      <p:pic>
        <p:nvPicPr>
          <p:cNvPr id="598" name="Google Shape;598;p60"/>
          <p:cNvPicPr preferRelativeResize="0"/>
          <p:nvPr/>
        </p:nvPicPr>
        <p:blipFill>
          <a:blip r:embed="rId5">
            <a:alphaModFix/>
          </a:blip>
          <a:stretch>
            <a:fillRect/>
          </a:stretch>
        </p:blipFill>
        <p:spPr>
          <a:xfrm rot="-1677900">
            <a:off x="6180149" y="744217"/>
            <a:ext cx="1782850" cy="1677632"/>
          </a:xfrm>
          <a:prstGeom prst="rect">
            <a:avLst/>
          </a:prstGeom>
          <a:noFill/>
          <a:ln>
            <a:noFill/>
          </a:ln>
        </p:spPr>
      </p:pic>
      <p:pic>
        <p:nvPicPr>
          <p:cNvPr id="599" name="Google Shape;599;p60"/>
          <p:cNvPicPr preferRelativeResize="0"/>
          <p:nvPr/>
        </p:nvPicPr>
        <p:blipFill>
          <a:blip r:embed="rId6">
            <a:alphaModFix/>
          </a:blip>
          <a:stretch>
            <a:fillRect/>
          </a:stretch>
        </p:blipFill>
        <p:spPr>
          <a:xfrm rot="-928992">
            <a:off x="5223637" y="494513"/>
            <a:ext cx="1026100" cy="2336422"/>
          </a:xfrm>
          <a:prstGeom prst="rect">
            <a:avLst/>
          </a:prstGeom>
          <a:noFill/>
          <a:ln>
            <a:noFill/>
          </a:ln>
        </p:spPr>
      </p:pic>
      <p:pic>
        <p:nvPicPr>
          <p:cNvPr id="600" name="Google Shape;600;p60"/>
          <p:cNvPicPr preferRelativeResize="0"/>
          <p:nvPr/>
        </p:nvPicPr>
        <p:blipFill>
          <a:blip r:embed="rId7">
            <a:alphaModFix/>
          </a:blip>
          <a:stretch>
            <a:fillRect/>
          </a:stretch>
        </p:blipFill>
        <p:spPr>
          <a:xfrm rot="1481272">
            <a:off x="6068873" y="693889"/>
            <a:ext cx="1001076" cy="2250502"/>
          </a:xfrm>
          <a:prstGeom prst="rect">
            <a:avLst/>
          </a:prstGeom>
          <a:noFill/>
          <a:ln>
            <a:noFill/>
          </a:ln>
        </p:spPr>
      </p:pic>
      <p:pic>
        <p:nvPicPr>
          <p:cNvPr id="601" name="Google Shape;601;p60"/>
          <p:cNvPicPr preferRelativeResize="0"/>
          <p:nvPr/>
        </p:nvPicPr>
        <p:blipFill>
          <a:blip r:embed="rId8">
            <a:alphaModFix/>
          </a:blip>
          <a:stretch>
            <a:fillRect/>
          </a:stretch>
        </p:blipFill>
        <p:spPr>
          <a:xfrm>
            <a:off x="7461637" y="940050"/>
            <a:ext cx="839381" cy="803750"/>
          </a:xfrm>
          <a:prstGeom prst="rect">
            <a:avLst/>
          </a:prstGeom>
          <a:noFill/>
          <a:ln>
            <a:noFill/>
          </a:ln>
        </p:spPr>
      </p:pic>
      <p:pic>
        <p:nvPicPr>
          <p:cNvPr id="602" name="Google Shape;602;p60"/>
          <p:cNvPicPr preferRelativeResize="0"/>
          <p:nvPr/>
        </p:nvPicPr>
        <p:blipFill>
          <a:blip r:embed="rId9">
            <a:alphaModFix/>
          </a:blip>
          <a:stretch>
            <a:fillRect/>
          </a:stretch>
        </p:blipFill>
        <p:spPr>
          <a:xfrm>
            <a:off x="6756875" y="1980891"/>
            <a:ext cx="704744" cy="740700"/>
          </a:xfrm>
          <a:prstGeom prst="rect">
            <a:avLst/>
          </a:prstGeom>
          <a:noFill/>
          <a:ln>
            <a:noFill/>
          </a:ln>
        </p:spPr>
      </p:pic>
      <p:pic>
        <p:nvPicPr>
          <p:cNvPr id="603" name="Google Shape;603;p60"/>
          <p:cNvPicPr preferRelativeResize="0"/>
          <p:nvPr/>
        </p:nvPicPr>
        <p:blipFill>
          <a:blip r:embed="rId3">
            <a:alphaModFix/>
          </a:blip>
          <a:stretch>
            <a:fillRect/>
          </a:stretch>
        </p:blipFill>
        <p:spPr>
          <a:xfrm>
            <a:off x="-557900" y="-889800"/>
            <a:ext cx="3571874" cy="3555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title"/>
          </p:nvPr>
        </p:nvSpPr>
        <p:spPr>
          <a:xfrm>
            <a:off x="388800" y="161012"/>
            <a:ext cx="8387999" cy="66211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Select &amp; Where Clause</a:t>
            </a:r>
            <a:endParaRPr dirty="0"/>
          </a:p>
        </p:txBody>
      </p:sp>
      <p:sp>
        <p:nvSpPr>
          <p:cNvPr id="324" name="Google Shape;324;p48"/>
          <p:cNvSpPr txBox="1">
            <a:spLocks noGrp="1"/>
          </p:cNvSpPr>
          <p:nvPr>
            <p:ph type="subTitle" idx="1"/>
          </p:nvPr>
        </p:nvSpPr>
        <p:spPr>
          <a:xfrm>
            <a:off x="388800" y="862326"/>
            <a:ext cx="4093264" cy="422474"/>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t>Write query retrieves all lessons for first course </a:t>
            </a:r>
            <a:endParaRPr dirty="0"/>
          </a:p>
        </p:txBody>
      </p:sp>
      <p:pic>
        <p:nvPicPr>
          <p:cNvPr id="326" name="Google Shape;326;p48"/>
          <p:cNvPicPr preferRelativeResize="0"/>
          <p:nvPr/>
        </p:nvPicPr>
        <p:blipFill>
          <a:blip r:embed="rId3">
            <a:alphaModFix/>
          </a:blip>
          <a:stretch>
            <a:fillRect/>
          </a:stretch>
        </p:blipFill>
        <p:spPr>
          <a:xfrm>
            <a:off x="146608" y="2589401"/>
            <a:ext cx="3571874" cy="3555501"/>
          </a:xfrm>
          <a:prstGeom prst="rect">
            <a:avLst/>
          </a:prstGeom>
          <a:noFill/>
          <a:ln>
            <a:noFill/>
          </a:ln>
        </p:spPr>
      </p:pic>
      <p:pic>
        <p:nvPicPr>
          <p:cNvPr id="327" name="Google Shape;327;p48"/>
          <p:cNvPicPr preferRelativeResize="0"/>
          <p:nvPr/>
        </p:nvPicPr>
        <p:blipFill>
          <a:blip r:embed="rId3">
            <a:alphaModFix/>
          </a:blip>
          <a:stretch>
            <a:fillRect/>
          </a:stretch>
        </p:blipFill>
        <p:spPr>
          <a:xfrm flipH="1">
            <a:off x="4982400" y="-954625"/>
            <a:ext cx="4014992" cy="3555501"/>
          </a:xfrm>
          <a:prstGeom prst="rect">
            <a:avLst/>
          </a:prstGeom>
          <a:noFill/>
          <a:ln>
            <a:noFill/>
          </a:ln>
        </p:spPr>
      </p:pic>
      <p:pic>
        <p:nvPicPr>
          <p:cNvPr id="328" name="Google Shape;328;p48"/>
          <p:cNvPicPr preferRelativeResize="0"/>
          <p:nvPr/>
        </p:nvPicPr>
        <p:blipFill>
          <a:blip r:embed="rId4">
            <a:alphaModFix/>
          </a:blip>
          <a:stretch>
            <a:fillRect/>
          </a:stretch>
        </p:blipFill>
        <p:spPr>
          <a:xfrm flipH="1">
            <a:off x="7181801" y="4163809"/>
            <a:ext cx="2244101" cy="1554825"/>
          </a:xfrm>
          <a:prstGeom prst="rect">
            <a:avLst/>
          </a:prstGeom>
          <a:noFill/>
          <a:ln>
            <a:noFill/>
          </a:ln>
        </p:spPr>
      </p:pic>
      <p:pic>
        <p:nvPicPr>
          <p:cNvPr id="329" name="Google Shape;329;p48"/>
          <p:cNvPicPr preferRelativeResize="0"/>
          <p:nvPr/>
        </p:nvPicPr>
        <p:blipFill>
          <a:blip r:embed="rId5">
            <a:alphaModFix/>
          </a:blip>
          <a:stretch>
            <a:fillRect/>
          </a:stretch>
        </p:blipFill>
        <p:spPr>
          <a:xfrm flipH="1">
            <a:off x="-341157" y="4798621"/>
            <a:ext cx="682314" cy="689757"/>
          </a:xfrm>
          <a:prstGeom prst="rect">
            <a:avLst/>
          </a:prstGeom>
          <a:noFill/>
          <a:ln>
            <a:noFill/>
          </a:ln>
        </p:spPr>
      </p:pic>
      <p:pic>
        <p:nvPicPr>
          <p:cNvPr id="330" name="Google Shape;330;p48"/>
          <p:cNvPicPr preferRelativeResize="0"/>
          <p:nvPr/>
        </p:nvPicPr>
        <p:blipFill>
          <a:blip r:embed="rId6">
            <a:alphaModFix/>
          </a:blip>
          <a:stretch>
            <a:fillRect/>
          </a:stretch>
        </p:blipFill>
        <p:spPr>
          <a:xfrm flipH="1">
            <a:off x="8603999" y="7900"/>
            <a:ext cx="592488" cy="532764"/>
          </a:xfrm>
          <a:prstGeom prst="rect">
            <a:avLst/>
          </a:prstGeom>
          <a:noFill/>
          <a:ln>
            <a:noFill/>
          </a:ln>
        </p:spPr>
      </p:pic>
      <p:pic>
        <p:nvPicPr>
          <p:cNvPr id="331" name="Google Shape;331;p48"/>
          <p:cNvPicPr preferRelativeResize="0"/>
          <p:nvPr/>
        </p:nvPicPr>
        <p:blipFill>
          <a:blip r:embed="rId7">
            <a:alphaModFix/>
          </a:blip>
          <a:stretch>
            <a:fillRect/>
          </a:stretch>
        </p:blipFill>
        <p:spPr>
          <a:xfrm rot="767547" flipH="1">
            <a:off x="-49832" y="-93218"/>
            <a:ext cx="615670" cy="1400302"/>
          </a:xfrm>
          <a:prstGeom prst="rect">
            <a:avLst/>
          </a:prstGeom>
          <a:noFill/>
          <a:ln>
            <a:noFill/>
          </a:ln>
        </p:spPr>
      </p:pic>
      <p:cxnSp>
        <p:nvCxnSpPr>
          <p:cNvPr id="5" name="Straight Connector 4">
            <a:extLst>
              <a:ext uri="{FF2B5EF4-FFF2-40B4-BE49-F238E27FC236}">
                <a16:creationId xmlns:a16="http://schemas.microsoft.com/office/drawing/2014/main" id="{7904097D-58DB-BF43-3B9A-1C783ECEE48D}"/>
              </a:ext>
            </a:extLst>
          </p:cNvPr>
          <p:cNvCxnSpPr>
            <a:cxnSpLocks/>
          </p:cNvCxnSpPr>
          <p:nvPr/>
        </p:nvCxnSpPr>
        <p:spPr>
          <a:xfrm>
            <a:off x="4591834" y="1133083"/>
            <a:ext cx="30566" cy="36655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1155EB6-6095-4F8E-A5AD-F4AAEF7D4733}"/>
              </a:ext>
            </a:extLst>
          </p:cNvPr>
          <p:cNvPicPr>
            <a:picLocks noChangeAspect="1"/>
          </p:cNvPicPr>
          <p:nvPr/>
        </p:nvPicPr>
        <p:blipFill>
          <a:blip r:embed="rId8"/>
          <a:stretch>
            <a:fillRect/>
          </a:stretch>
        </p:blipFill>
        <p:spPr>
          <a:xfrm>
            <a:off x="460800" y="1357867"/>
            <a:ext cx="4060802" cy="3553146"/>
          </a:xfrm>
          <a:prstGeom prst="rect">
            <a:avLst/>
          </a:prstGeom>
        </p:spPr>
      </p:pic>
      <p:sp>
        <p:nvSpPr>
          <p:cNvPr id="7" name="TextBox 6">
            <a:extLst>
              <a:ext uri="{FF2B5EF4-FFF2-40B4-BE49-F238E27FC236}">
                <a16:creationId xmlns:a16="http://schemas.microsoft.com/office/drawing/2014/main" id="{F9264D2F-0538-9F55-2FD2-ECC0DD1F8042}"/>
              </a:ext>
            </a:extLst>
          </p:cNvPr>
          <p:cNvSpPr txBox="1"/>
          <p:nvPr/>
        </p:nvSpPr>
        <p:spPr>
          <a:xfrm>
            <a:off x="4842996" y="860465"/>
            <a:ext cx="4093265" cy="523220"/>
          </a:xfrm>
          <a:prstGeom prst="rect">
            <a:avLst/>
          </a:prstGeom>
          <a:noFill/>
        </p:spPr>
        <p:txBody>
          <a:bodyPr wrap="square" rtlCol="0">
            <a:spAutoFit/>
          </a:bodyPr>
          <a:lstStyle/>
          <a:p>
            <a:pPr algn="ctr">
              <a:spcAft>
                <a:spcPts val="1200"/>
              </a:spcAft>
              <a:buClr>
                <a:schemeClr val="lt2"/>
              </a:buClr>
              <a:buSzPts val="1400"/>
            </a:pPr>
            <a:r>
              <a:rPr lang="en-US" dirty="0">
                <a:solidFill>
                  <a:schemeClr val="lt2"/>
                </a:solidFill>
                <a:latin typeface="Cardo"/>
                <a:ea typeface="Cardo"/>
                <a:cs typeface="Cardo"/>
                <a:sym typeface="Cardo"/>
              </a:rPr>
              <a:t>Write query get record of certificates issued after October 15-2024</a:t>
            </a:r>
            <a:endParaRPr lang="en-IN" dirty="0">
              <a:solidFill>
                <a:schemeClr val="lt2"/>
              </a:solidFill>
              <a:latin typeface="Cardo"/>
              <a:ea typeface="Cardo"/>
              <a:cs typeface="Cardo"/>
              <a:sym typeface="Cardo"/>
            </a:endParaRPr>
          </a:p>
        </p:txBody>
      </p:sp>
      <p:pic>
        <p:nvPicPr>
          <p:cNvPr id="10" name="Picture 9">
            <a:extLst>
              <a:ext uri="{FF2B5EF4-FFF2-40B4-BE49-F238E27FC236}">
                <a16:creationId xmlns:a16="http://schemas.microsoft.com/office/drawing/2014/main" id="{F7FBC413-83D0-9A7D-E62B-686E7B2B7212}"/>
              </a:ext>
            </a:extLst>
          </p:cNvPr>
          <p:cNvPicPr>
            <a:picLocks noChangeAspect="1"/>
          </p:cNvPicPr>
          <p:nvPr/>
        </p:nvPicPr>
        <p:blipFill>
          <a:blip r:embed="rId9"/>
          <a:stretch>
            <a:fillRect/>
          </a:stretch>
        </p:blipFill>
        <p:spPr>
          <a:xfrm>
            <a:off x="4730191" y="1355512"/>
            <a:ext cx="4014992" cy="3555501"/>
          </a:xfrm>
          <a:prstGeom prst="rect">
            <a:avLst/>
          </a:prstGeom>
        </p:spPr>
      </p:pic>
    </p:spTree>
    <p:extLst>
      <p:ext uri="{BB962C8B-B14F-4D97-AF65-F5344CB8AC3E}">
        <p14:creationId xmlns:p14="http://schemas.microsoft.com/office/powerpoint/2010/main" val="1234214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pic>
        <p:nvPicPr>
          <p:cNvPr id="457" name="Google Shape;457;p55"/>
          <p:cNvPicPr preferRelativeResize="0"/>
          <p:nvPr/>
        </p:nvPicPr>
        <p:blipFill>
          <a:blip r:embed="rId3">
            <a:alphaModFix/>
          </a:blip>
          <a:stretch>
            <a:fillRect/>
          </a:stretch>
        </p:blipFill>
        <p:spPr>
          <a:xfrm flipH="1">
            <a:off x="-1493125" y="2322300"/>
            <a:ext cx="3571874" cy="3555501"/>
          </a:xfrm>
          <a:prstGeom prst="rect">
            <a:avLst/>
          </a:prstGeom>
          <a:noFill/>
          <a:ln>
            <a:noFill/>
          </a:ln>
        </p:spPr>
      </p:pic>
      <p:pic>
        <p:nvPicPr>
          <p:cNvPr id="458" name="Google Shape;458;p55"/>
          <p:cNvPicPr preferRelativeResize="0"/>
          <p:nvPr/>
        </p:nvPicPr>
        <p:blipFill>
          <a:blip r:embed="rId4">
            <a:alphaModFix/>
          </a:blip>
          <a:stretch>
            <a:fillRect/>
          </a:stretch>
        </p:blipFill>
        <p:spPr>
          <a:xfrm>
            <a:off x="372450" y="3311067"/>
            <a:ext cx="1782850" cy="1677633"/>
          </a:xfrm>
          <a:prstGeom prst="rect">
            <a:avLst/>
          </a:prstGeom>
          <a:noFill/>
          <a:ln>
            <a:noFill/>
          </a:ln>
        </p:spPr>
      </p:pic>
      <p:pic>
        <p:nvPicPr>
          <p:cNvPr id="460" name="Google Shape;460;p55"/>
          <p:cNvPicPr preferRelativeResize="0"/>
          <p:nvPr/>
        </p:nvPicPr>
        <p:blipFill>
          <a:blip r:embed="rId3">
            <a:alphaModFix/>
          </a:blip>
          <a:stretch>
            <a:fillRect/>
          </a:stretch>
        </p:blipFill>
        <p:spPr>
          <a:xfrm>
            <a:off x="-1791300" y="-1393125"/>
            <a:ext cx="3571874" cy="3555501"/>
          </a:xfrm>
          <a:prstGeom prst="rect">
            <a:avLst/>
          </a:prstGeom>
          <a:noFill/>
          <a:ln>
            <a:noFill/>
          </a:ln>
        </p:spPr>
      </p:pic>
      <p:pic>
        <p:nvPicPr>
          <p:cNvPr id="461" name="Google Shape;461;p55"/>
          <p:cNvPicPr preferRelativeResize="0"/>
          <p:nvPr/>
        </p:nvPicPr>
        <p:blipFill>
          <a:blip r:embed="rId5">
            <a:alphaModFix/>
          </a:blip>
          <a:stretch>
            <a:fillRect/>
          </a:stretch>
        </p:blipFill>
        <p:spPr>
          <a:xfrm>
            <a:off x="-1020500" y="3068500"/>
            <a:ext cx="2685800" cy="2685800"/>
          </a:xfrm>
          <a:prstGeom prst="rect">
            <a:avLst/>
          </a:prstGeom>
          <a:noFill/>
          <a:ln>
            <a:noFill/>
          </a:ln>
        </p:spPr>
      </p:pic>
      <p:pic>
        <p:nvPicPr>
          <p:cNvPr id="462" name="Google Shape;462;p55"/>
          <p:cNvPicPr preferRelativeResize="0"/>
          <p:nvPr/>
        </p:nvPicPr>
        <p:blipFill>
          <a:blip r:embed="rId6">
            <a:alphaModFix/>
          </a:blip>
          <a:stretch>
            <a:fillRect/>
          </a:stretch>
        </p:blipFill>
        <p:spPr>
          <a:xfrm>
            <a:off x="124625" y="3897325"/>
            <a:ext cx="588600" cy="618625"/>
          </a:xfrm>
          <a:prstGeom prst="rect">
            <a:avLst/>
          </a:prstGeom>
          <a:noFill/>
          <a:ln>
            <a:noFill/>
          </a:ln>
        </p:spPr>
      </p:pic>
      <p:pic>
        <p:nvPicPr>
          <p:cNvPr id="463" name="Google Shape;463;p55"/>
          <p:cNvPicPr preferRelativeResize="0"/>
          <p:nvPr/>
        </p:nvPicPr>
        <p:blipFill>
          <a:blip r:embed="rId7">
            <a:alphaModFix/>
          </a:blip>
          <a:stretch>
            <a:fillRect/>
          </a:stretch>
        </p:blipFill>
        <p:spPr>
          <a:xfrm>
            <a:off x="756275" y="3769925"/>
            <a:ext cx="839381" cy="803750"/>
          </a:xfrm>
          <a:prstGeom prst="rect">
            <a:avLst/>
          </a:prstGeom>
          <a:noFill/>
          <a:ln>
            <a:noFill/>
          </a:ln>
        </p:spPr>
      </p:pic>
      <p:pic>
        <p:nvPicPr>
          <p:cNvPr id="464" name="Google Shape;464;p55"/>
          <p:cNvPicPr preferRelativeResize="0"/>
          <p:nvPr/>
        </p:nvPicPr>
        <p:blipFill>
          <a:blip r:embed="rId3">
            <a:alphaModFix/>
          </a:blip>
          <a:stretch>
            <a:fillRect/>
          </a:stretch>
        </p:blipFill>
        <p:spPr>
          <a:xfrm>
            <a:off x="7727375" y="3425175"/>
            <a:ext cx="3571874" cy="3555501"/>
          </a:xfrm>
          <a:prstGeom prst="rect">
            <a:avLst/>
          </a:prstGeom>
          <a:noFill/>
          <a:ln>
            <a:noFill/>
          </a:ln>
        </p:spPr>
      </p:pic>
      <p:pic>
        <p:nvPicPr>
          <p:cNvPr id="465" name="Google Shape;465;p55"/>
          <p:cNvPicPr preferRelativeResize="0"/>
          <p:nvPr/>
        </p:nvPicPr>
        <p:blipFill>
          <a:blip r:embed="rId3">
            <a:alphaModFix/>
          </a:blip>
          <a:stretch>
            <a:fillRect/>
          </a:stretch>
        </p:blipFill>
        <p:spPr>
          <a:xfrm flipH="1">
            <a:off x="6226050" y="-1557775"/>
            <a:ext cx="3571874" cy="3555501"/>
          </a:xfrm>
          <a:prstGeom prst="rect">
            <a:avLst/>
          </a:prstGeom>
          <a:noFill/>
          <a:ln>
            <a:noFill/>
          </a:ln>
        </p:spPr>
      </p:pic>
      <p:pic>
        <p:nvPicPr>
          <p:cNvPr id="467" name="Google Shape;467;p55"/>
          <p:cNvPicPr preferRelativeResize="0"/>
          <p:nvPr/>
        </p:nvPicPr>
        <p:blipFill>
          <a:blip r:embed="rId8">
            <a:alphaModFix/>
          </a:blip>
          <a:stretch>
            <a:fillRect/>
          </a:stretch>
        </p:blipFill>
        <p:spPr>
          <a:xfrm flipH="1">
            <a:off x="8162691" y="-152271"/>
            <a:ext cx="1011907" cy="1178183"/>
          </a:xfrm>
          <a:prstGeom prst="rect">
            <a:avLst/>
          </a:prstGeom>
          <a:noFill/>
          <a:ln>
            <a:noFill/>
          </a:ln>
        </p:spPr>
      </p:pic>
      <p:sp>
        <p:nvSpPr>
          <p:cNvPr id="9" name="Google Shape;323;p48">
            <a:extLst>
              <a:ext uri="{FF2B5EF4-FFF2-40B4-BE49-F238E27FC236}">
                <a16:creationId xmlns:a16="http://schemas.microsoft.com/office/drawing/2014/main" id="{1A8B7070-EC93-AED2-F82B-74199E653CEC}"/>
              </a:ext>
            </a:extLst>
          </p:cNvPr>
          <p:cNvSpPr txBox="1">
            <a:spLocks noGrp="1"/>
          </p:cNvSpPr>
          <p:nvPr>
            <p:ph type="title"/>
          </p:nvPr>
        </p:nvSpPr>
        <p:spPr>
          <a:xfrm>
            <a:off x="418925" y="102127"/>
            <a:ext cx="8387999" cy="52542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dirty="0"/>
              <a:t>Using Link Operator &amp; Case Statements</a:t>
            </a:r>
            <a:endParaRPr sz="3200" dirty="0"/>
          </a:p>
        </p:txBody>
      </p:sp>
      <p:sp>
        <p:nvSpPr>
          <p:cNvPr id="10" name="Google Shape;324;p48">
            <a:extLst>
              <a:ext uri="{FF2B5EF4-FFF2-40B4-BE49-F238E27FC236}">
                <a16:creationId xmlns:a16="http://schemas.microsoft.com/office/drawing/2014/main" id="{22CCA061-E720-4D30-CF83-084DD47E1289}"/>
              </a:ext>
            </a:extLst>
          </p:cNvPr>
          <p:cNvSpPr txBox="1">
            <a:spLocks/>
          </p:cNvSpPr>
          <p:nvPr/>
        </p:nvSpPr>
        <p:spPr>
          <a:xfrm>
            <a:off x="4744401" y="658879"/>
            <a:ext cx="4167246" cy="73130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sz="1200" b="1" dirty="0">
                <a:solidFill>
                  <a:schemeClr val="bg2"/>
                </a:solidFill>
                <a:latin typeface="Josefin Sans" pitchFamily="2" charset="0"/>
              </a:rPr>
              <a:t>WAQ categorizes students based on the number of completed lessons recorded in the Progress table.</a:t>
            </a:r>
          </a:p>
        </p:txBody>
      </p:sp>
      <p:cxnSp>
        <p:nvCxnSpPr>
          <p:cNvPr id="12" name="Straight Connector 11">
            <a:extLst>
              <a:ext uri="{FF2B5EF4-FFF2-40B4-BE49-F238E27FC236}">
                <a16:creationId xmlns:a16="http://schemas.microsoft.com/office/drawing/2014/main" id="{82DAC2FF-AE62-E645-55BF-3E60DD10FF3C}"/>
              </a:ext>
            </a:extLst>
          </p:cNvPr>
          <p:cNvCxnSpPr/>
          <p:nvPr/>
        </p:nvCxnSpPr>
        <p:spPr>
          <a:xfrm>
            <a:off x="4612924" y="870117"/>
            <a:ext cx="0" cy="4143721"/>
          </a:xfrm>
          <a:prstGeom prst="line">
            <a:avLst/>
          </a:prstGeom>
        </p:spPr>
        <p:style>
          <a:lnRef idx="1">
            <a:schemeClr val="accent1"/>
          </a:lnRef>
          <a:fillRef idx="0">
            <a:schemeClr val="accent1"/>
          </a:fillRef>
          <a:effectRef idx="0">
            <a:schemeClr val="accent1"/>
          </a:effectRef>
          <a:fontRef idx="minor">
            <a:schemeClr val="tx1"/>
          </a:fontRef>
        </p:style>
      </p:cxnSp>
      <p:sp>
        <p:nvSpPr>
          <p:cNvPr id="13" name="Google Shape;324;p48">
            <a:extLst>
              <a:ext uri="{FF2B5EF4-FFF2-40B4-BE49-F238E27FC236}">
                <a16:creationId xmlns:a16="http://schemas.microsoft.com/office/drawing/2014/main" id="{FC054FD9-6274-A457-A1AC-81BA29ED644A}"/>
              </a:ext>
            </a:extLst>
          </p:cNvPr>
          <p:cNvSpPr txBox="1">
            <a:spLocks/>
          </p:cNvSpPr>
          <p:nvPr/>
        </p:nvSpPr>
        <p:spPr>
          <a:xfrm>
            <a:off x="388185" y="661797"/>
            <a:ext cx="4093264" cy="52542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sz="1200" b="1" dirty="0">
                <a:solidFill>
                  <a:schemeClr val="bg2"/>
                </a:solidFill>
                <a:latin typeface="Josefin Sans" pitchFamily="2" charset="0"/>
              </a:rPr>
              <a:t>Write the query to search for lessons containing "Intro"</a:t>
            </a:r>
          </a:p>
        </p:txBody>
      </p:sp>
      <p:pic>
        <p:nvPicPr>
          <p:cNvPr id="15" name="Picture 14">
            <a:extLst>
              <a:ext uri="{FF2B5EF4-FFF2-40B4-BE49-F238E27FC236}">
                <a16:creationId xmlns:a16="http://schemas.microsoft.com/office/drawing/2014/main" id="{3961B1A1-E2E1-D267-7F14-31D4740F9BC4}"/>
              </a:ext>
            </a:extLst>
          </p:cNvPr>
          <p:cNvPicPr>
            <a:picLocks noChangeAspect="1"/>
          </p:cNvPicPr>
          <p:nvPr/>
        </p:nvPicPr>
        <p:blipFill>
          <a:blip r:embed="rId9"/>
          <a:stretch>
            <a:fillRect/>
          </a:stretch>
        </p:blipFill>
        <p:spPr>
          <a:xfrm>
            <a:off x="4689475" y="1187220"/>
            <a:ext cx="4212338" cy="3848433"/>
          </a:xfrm>
          <a:prstGeom prst="rect">
            <a:avLst/>
          </a:prstGeom>
        </p:spPr>
      </p:pic>
      <p:pic>
        <p:nvPicPr>
          <p:cNvPr id="17" name="Picture 16">
            <a:extLst>
              <a:ext uri="{FF2B5EF4-FFF2-40B4-BE49-F238E27FC236}">
                <a16:creationId xmlns:a16="http://schemas.microsoft.com/office/drawing/2014/main" id="{9D00C927-3B7A-5B48-AFE4-51F58989E1C0}"/>
              </a:ext>
            </a:extLst>
          </p:cNvPr>
          <p:cNvPicPr>
            <a:picLocks noChangeAspect="1"/>
          </p:cNvPicPr>
          <p:nvPr/>
        </p:nvPicPr>
        <p:blipFill>
          <a:blip r:embed="rId10"/>
          <a:stretch>
            <a:fillRect/>
          </a:stretch>
        </p:blipFill>
        <p:spPr>
          <a:xfrm>
            <a:off x="418925" y="1187220"/>
            <a:ext cx="4078725" cy="38484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pic>
        <p:nvPicPr>
          <p:cNvPr id="457" name="Google Shape;457;p55"/>
          <p:cNvPicPr preferRelativeResize="0"/>
          <p:nvPr/>
        </p:nvPicPr>
        <p:blipFill>
          <a:blip r:embed="rId3">
            <a:alphaModFix/>
          </a:blip>
          <a:stretch>
            <a:fillRect/>
          </a:stretch>
        </p:blipFill>
        <p:spPr>
          <a:xfrm flipH="1">
            <a:off x="-1493125" y="2322300"/>
            <a:ext cx="3571874" cy="3555501"/>
          </a:xfrm>
          <a:prstGeom prst="rect">
            <a:avLst/>
          </a:prstGeom>
          <a:noFill/>
          <a:ln>
            <a:noFill/>
          </a:ln>
        </p:spPr>
      </p:pic>
      <p:pic>
        <p:nvPicPr>
          <p:cNvPr id="458" name="Google Shape;458;p55"/>
          <p:cNvPicPr preferRelativeResize="0"/>
          <p:nvPr/>
        </p:nvPicPr>
        <p:blipFill>
          <a:blip r:embed="rId4">
            <a:alphaModFix/>
          </a:blip>
          <a:stretch>
            <a:fillRect/>
          </a:stretch>
        </p:blipFill>
        <p:spPr>
          <a:xfrm>
            <a:off x="372450" y="3311067"/>
            <a:ext cx="1782850" cy="1677633"/>
          </a:xfrm>
          <a:prstGeom prst="rect">
            <a:avLst/>
          </a:prstGeom>
          <a:noFill/>
          <a:ln>
            <a:noFill/>
          </a:ln>
        </p:spPr>
      </p:pic>
      <p:pic>
        <p:nvPicPr>
          <p:cNvPr id="460" name="Google Shape;460;p55"/>
          <p:cNvPicPr preferRelativeResize="0"/>
          <p:nvPr/>
        </p:nvPicPr>
        <p:blipFill>
          <a:blip r:embed="rId3">
            <a:alphaModFix/>
          </a:blip>
          <a:stretch>
            <a:fillRect/>
          </a:stretch>
        </p:blipFill>
        <p:spPr>
          <a:xfrm>
            <a:off x="-1791300" y="-1393125"/>
            <a:ext cx="3571874" cy="3555501"/>
          </a:xfrm>
          <a:prstGeom prst="rect">
            <a:avLst/>
          </a:prstGeom>
          <a:noFill/>
          <a:ln>
            <a:noFill/>
          </a:ln>
        </p:spPr>
      </p:pic>
      <p:pic>
        <p:nvPicPr>
          <p:cNvPr id="461" name="Google Shape;461;p55"/>
          <p:cNvPicPr preferRelativeResize="0"/>
          <p:nvPr/>
        </p:nvPicPr>
        <p:blipFill>
          <a:blip r:embed="rId5">
            <a:alphaModFix/>
          </a:blip>
          <a:stretch>
            <a:fillRect/>
          </a:stretch>
        </p:blipFill>
        <p:spPr>
          <a:xfrm>
            <a:off x="-1020500" y="3068500"/>
            <a:ext cx="2685800" cy="2685800"/>
          </a:xfrm>
          <a:prstGeom prst="rect">
            <a:avLst/>
          </a:prstGeom>
          <a:noFill/>
          <a:ln>
            <a:noFill/>
          </a:ln>
        </p:spPr>
      </p:pic>
      <p:pic>
        <p:nvPicPr>
          <p:cNvPr id="462" name="Google Shape;462;p55"/>
          <p:cNvPicPr preferRelativeResize="0"/>
          <p:nvPr/>
        </p:nvPicPr>
        <p:blipFill>
          <a:blip r:embed="rId6">
            <a:alphaModFix/>
          </a:blip>
          <a:stretch>
            <a:fillRect/>
          </a:stretch>
        </p:blipFill>
        <p:spPr>
          <a:xfrm>
            <a:off x="124625" y="3897325"/>
            <a:ext cx="588600" cy="618625"/>
          </a:xfrm>
          <a:prstGeom prst="rect">
            <a:avLst/>
          </a:prstGeom>
          <a:noFill/>
          <a:ln>
            <a:noFill/>
          </a:ln>
        </p:spPr>
      </p:pic>
      <p:pic>
        <p:nvPicPr>
          <p:cNvPr id="463" name="Google Shape;463;p55"/>
          <p:cNvPicPr preferRelativeResize="0"/>
          <p:nvPr/>
        </p:nvPicPr>
        <p:blipFill>
          <a:blip r:embed="rId7">
            <a:alphaModFix/>
          </a:blip>
          <a:stretch>
            <a:fillRect/>
          </a:stretch>
        </p:blipFill>
        <p:spPr>
          <a:xfrm>
            <a:off x="756275" y="3769925"/>
            <a:ext cx="839381" cy="803750"/>
          </a:xfrm>
          <a:prstGeom prst="rect">
            <a:avLst/>
          </a:prstGeom>
          <a:noFill/>
          <a:ln>
            <a:noFill/>
          </a:ln>
        </p:spPr>
      </p:pic>
      <p:pic>
        <p:nvPicPr>
          <p:cNvPr id="464" name="Google Shape;464;p55"/>
          <p:cNvPicPr preferRelativeResize="0"/>
          <p:nvPr/>
        </p:nvPicPr>
        <p:blipFill>
          <a:blip r:embed="rId3">
            <a:alphaModFix/>
          </a:blip>
          <a:stretch>
            <a:fillRect/>
          </a:stretch>
        </p:blipFill>
        <p:spPr>
          <a:xfrm>
            <a:off x="7727375" y="3425175"/>
            <a:ext cx="3571874" cy="3555501"/>
          </a:xfrm>
          <a:prstGeom prst="rect">
            <a:avLst/>
          </a:prstGeom>
          <a:noFill/>
          <a:ln>
            <a:noFill/>
          </a:ln>
        </p:spPr>
      </p:pic>
      <p:pic>
        <p:nvPicPr>
          <p:cNvPr id="465" name="Google Shape;465;p55"/>
          <p:cNvPicPr preferRelativeResize="0"/>
          <p:nvPr/>
        </p:nvPicPr>
        <p:blipFill>
          <a:blip r:embed="rId3">
            <a:alphaModFix/>
          </a:blip>
          <a:stretch>
            <a:fillRect/>
          </a:stretch>
        </p:blipFill>
        <p:spPr>
          <a:xfrm flipH="1">
            <a:off x="6226050" y="-1557775"/>
            <a:ext cx="3571874" cy="3555501"/>
          </a:xfrm>
          <a:prstGeom prst="rect">
            <a:avLst/>
          </a:prstGeom>
          <a:noFill/>
          <a:ln>
            <a:noFill/>
          </a:ln>
        </p:spPr>
      </p:pic>
      <p:pic>
        <p:nvPicPr>
          <p:cNvPr id="467" name="Google Shape;467;p55"/>
          <p:cNvPicPr preferRelativeResize="0"/>
          <p:nvPr/>
        </p:nvPicPr>
        <p:blipFill>
          <a:blip r:embed="rId8">
            <a:alphaModFix/>
          </a:blip>
          <a:stretch>
            <a:fillRect/>
          </a:stretch>
        </p:blipFill>
        <p:spPr>
          <a:xfrm flipH="1">
            <a:off x="8162691" y="-152271"/>
            <a:ext cx="1011907" cy="1178183"/>
          </a:xfrm>
          <a:prstGeom prst="rect">
            <a:avLst/>
          </a:prstGeom>
          <a:noFill/>
          <a:ln>
            <a:noFill/>
          </a:ln>
        </p:spPr>
      </p:pic>
      <p:sp>
        <p:nvSpPr>
          <p:cNvPr id="9" name="Google Shape;323;p48">
            <a:extLst>
              <a:ext uri="{FF2B5EF4-FFF2-40B4-BE49-F238E27FC236}">
                <a16:creationId xmlns:a16="http://schemas.microsoft.com/office/drawing/2014/main" id="{1A8B7070-EC93-AED2-F82B-74199E653CEC}"/>
              </a:ext>
            </a:extLst>
          </p:cNvPr>
          <p:cNvSpPr txBox="1">
            <a:spLocks noGrp="1"/>
          </p:cNvSpPr>
          <p:nvPr>
            <p:ph type="title"/>
          </p:nvPr>
        </p:nvSpPr>
        <p:spPr>
          <a:xfrm>
            <a:off x="418925" y="102127"/>
            <a:ext cx="8387999" cy="52542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dirty="0"/>
              <a:t>Sub-Query &amp; Group By</a:t>
            </a:r>
            <a:endParaRPr sz="3200" dirty="0"/>
          </a:p>
        </p:txBody>
      </p:sp>
      <p:sp>
        <p:nvSpPr>
          <p:cNvPr id="10" name="Google Shape;324;p48">
            <a:extLst>
              <a:ext uri="{FF2B5EF4-FFF2-40B4-BE49-F238E27FC236}">
                <a16:creationId xmlns:a16="http://schemas.microsoft.com/office/drawing/2014/main" id="{22CCA061-E720-4D30-CF83-084DD47E1289}"/>
              </a:ext>
            </a:extLst>
          </p:cNvPr>
          <p:cNvSpPr txBox="1">
            <a:spLocks/>
          </p:cNvSpPr>
          <p:nvPr/>
        </p:nvSpPr>
        <p:spPr>
          <a:xfrm>
            <a:off x="4744401" y="658880"/>
            <a:ext cx="4167246" cy="52542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sz="1200" b="1" dirty="0">
                <a:solidFill>
                  <a:schemeClr val="bg2"/>
                </a:solidFill>
                <a:latin typeface="Josefin Sans" pitchFamily="2" charset="0"/>
              </a:rPr>
              <a:t>WAQ to find number Lessons Completed by Each Student</a:t>
            </a:r>
          </a:p>
        </p:txBody>
      </p:sp>
      <p:cxnSp>
        <p:nvCxnSpPr>
          <p:cNvPr id="12" name="Straight Connector 11">
            <a:extLst>
              <a:ext uri="{FF2B5EF4-FFF2-40B4-BE49-F238E27FC236}">
                <a16:creationId xmlns:a16="http://schemas.microsoft.com/office/drawing/2014/main" id="{82DAC2FF-AE62-E645-55BF-3E60DD10FF3C}"/>
              </a:ext>
            </a:extLst>
          </p:cNvPr>
          <p:cNvCxnSpPr/>
          <p:nvPr/>
        </p:nvCxnSpPr>
        <p:spPr>
          <a:xfrm>
            <a:off x="4612924" y="870117"/>
            <a:ext cx="0" cy="4143721"/>
          </a:xfrm>
          <a:prstGeom prst="line">
            <a:avLst/>
          </a:prstGeom>
        </p:spPr>
        <p:style>
          <a:lnRef idx="1">
            <a:schemeClr val="accent1"/>
          </a:lnRef>
          <a:fillRef idx="0">
            <a:schemeClr val="accent1"/>
          </a:fillRef>
          <a:effectRef idx="0">
            <a:schemeClr val="accent1"/>
          </a:effectRef>
          <a:fontRef idx="minor">
            <a:schemeClr val="tx1"/>
          </a:fontRef>
        </p:style>
      </p:cxnSp>
      <p:sp>
        <p:nvSpPr>
          <p:cNvPr id="13" name="Google Shape;324;p48">
            <a:extLst>
              <a:ext uri="{FF2B5EF4-FFF2-40B4-BE49-F238E27FC236}">
                <a16:creationId xmlns:a16="http://schemas.microsoft.com/office/drawing/2014/main" id="{FC054FD9-6274-A457-A1AC-81BA29ED644A}"/>
              </a:ext>
            </a:extLst>
          </p:cNvPr>
          <p:cNvSpPr txBox="1">
            <a:spLocks/>
          </p:cNvSpPr>
          <p:nvPr/>
        </p:nvSpPr>
        <p:spPr>
          <a:xfrm>
            <a:off x="388185" y="661797"/>
            <a:ext cx="4093264" cy="52542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sz="1200" b="1" dirty="0">
                <a:solidFill>
                  <a:schemeClr val="bg2"/>
                </a:solidFill>
                <a:latin typeface="Josefin Sans" pitchFamily="2" charset="0"/>
              </a:rPr>
              <a:t>Write a Query to Find Students with Certificates</a:t>
            </a:r>
          </a:p>
        </p:txBody>
      </p:sp>
      <p:pic>
        <p:nvPicPr>
          <p:cNvPr id="3" name="Picture 2">
            <a:extLst>
              <a:ext uri="{FF2B5EF4-FFF2-40B4-BE49-F238E27FC236}">
                <a16:creationId xmlns:a16="http://schemas.microsoft.com/office/drawing/2014/main" id="{B3BE6A11-27CE-267E-FBCC-C236A1B025B6}"/>
              </a:ext>
            </a:extLst>
          </p:cNvPr>
          <p:cNvPicPr>
            <a:picLocks noChangeAspect="1"/>
          </p:cNvPicPr>
          <p:nvPr/>
        </p:nvPicPr>
        <p:blipFill>
          <a:blip r:embed="rId9"/>
          <a:stretch>
            <a:fillRect/>
          </a:stretch>
        </p:blipFill>
        <p:spPr>
          <a:xfrm>
            <a:off x="297371" y="1221467"/>
            <a:ext cx="4233704" cy="3792371"/>
          </a:xfrm>
          <a:prstGeom prst="rect">
            <a:avLst/>
          </a:prstGeom>
        </p:spPr>
      </p:pic>
      <p:pic>
        <p:nvPicPr>
          <p:cNvPr id="5" name="Picture 4">
            <a:extLst>
              <a:ext uri="{FF2B5EF4-FFF2-40B4-BE49-F238E27FC236}">
                <a16:creationId xmlns:a16="http://schemas.microsoft.com/office/drawing/2014/main" id="{C4F3B900-4E9C-DB8C-A75F-C447D8C8256E}"/>
              </a:ext>
            </a:extLst>
          </p:cNvPr>
          <p:cNvPicPr>
            <a:picLocks noChangeAspect="1"/>
          </p:cNvPicPr>
          <p:nvPr/>
        </p:nvPicPr>
        <p:blipFill>
          <a:blip r:embed="rId10"/>
          <a:stretch>
            <a:fillRect/>
          </a:stretch>
        </p:blipFill>
        <p:spPr>
          <a:xfrm>
            <a:off x="4703821" y="1215634"/>
            <a:ext cx="4167247" cy="3773066"/>
          </a:xfrm>
          <a:prstGeom prst="rect">
            <a:avLst/>
          </a:prstGeom>
        </p:spPr>
      </p:pic>
    </p:spTree>
    <p:extLst>
      <p:ext uri="{BB962C8B-B14F-4D97-AF65-F5344CB8AC3E}">
        <p14:creationId xmlns:p14="http://schemas.microsoft.com/office/powerpoint/2010/main" val="3063041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title"/>
          </p:nvPr>
        </p:nvSpPr>
        <p:spPr>
          <a:xfrm>
            <a:off x="388800" y="161012"/>
            <a:ext cx="8387999" cy="66211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Having Clause &amp; Limit</a:t>
            </a:r>
            <a:endParaRPr dirty="0"/>
          </a:p>
        </p:txBody>
      </p:sp>
      <p:sp>
        <p:nvSpPr>
          <p:cNvPr id="324" name="Google Shape;324;p48"/>
          <p:cNvSpPr txBox="1">
            <a:spLocks noGrp="1"/>
          </p:cNvSpPr>
          <p:nvPr>
            <p:ph type="subTitle" idx="1"/>
          </p:nvPr>
        </p:nvSpPr>
        <p:spPr>
          <a:xfrm>
            <a:off x="388800" y="862326"/>
            <a:ext cx="4093264" cy="422474"/>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t>WAQ to lists students who have completed more than 2 lessons</a:t>
            </a:r>
            <a:endParaRPr dirty="0"/>
          </a:p>
        </p:txBody>
      </p:sp>
      <p:pic>
        <p:nvPicPr>
          <p:cNvPr id="326" name="Google Shape;326;p48"/>
          <p:cNvPicPr preferRelativeResize="0"/>
          <p:nvPr/>
        </p:nvPicPr>
        <p:blipFill>
          <a:blip r:embed="rId3">
            <a:alphaModFix/>
          </a:blip>
          <a:stretch>
            <a:fillRect/>
          </a:stretch>
        </p:blipFill>
        <p:spPr>
          <a:xfrm>
            <a:off x="146608" y="2589401"/>
            <a:ext cx="3571874" cy="3555501"/>
          </a:xfrm>
          <a:prstGeom prst="rect">
            <a:avLst/>
          </a:prstGeom>
          <a:noFill/>
          <a:ln>
            <a:noFill/>
          </a:ln>
        </p:spPr>
      </p:pic>
      <p:pic>
        <p:nvPicPr>
          <p:cNvPr id="327" name="Google Shape;327;p48"/>
          <p:cNvPicPr preferRelativeResize="0"/>
          <p:nvPr/>
        </p:nvPicPr>
        <p:blipFill>
          <a:blip r:embed="rId3">
            <a:alphaModFix/>
          </a:blip>
          <a:stretch>
            <a:fillRect/>
          </a:stretch>
        </p:blipFill>
        <p:spPr>
          <a:xfrm flipH="1">
            <a:off x="4982400" y="-954625"/>
            <a:ext cx="4014992" cy="3555501"/>
          </a:xfrm>
          <a:prstGeom prst="rect">
            <a:avLst/>
          </a:prstGeom>
          <a:noFill/>
          <a:ln>
            <a:noFill/>
          </a:ln>
        </p:spPr>
      </p:pic>
      <p:pic>
        <p:nvPicPr>
          <p:cNvPr id="328" name="Google Shape;328;p48"/>
          <p:cNvPicPr preferRelativeResize="0"/>
          <p:nvPr/>
        </p:nvPicPr>
        <p:blipFill>
          <a:blip r:embed="rId4">
            <a:alphaModFix/>
          </a:blip>
          <a:stretch>
            <a:fillRect/>
          </a:stretch>
        </p:blipFill>
        <p:spPr>
          <a:xfrm flipH="1">
            <a:off x="7181801" y="4163809"/>
            <a:ext cx="2244101" cy="1554825"/>
          </a:xfrm>
          <a:prstGeom prst="rect">
            <a:avLst/>
          </a:prstGeom>
          <a:noFill/>
          <a:ln>
            <a:noFill/>
          </a:ln>
        </p:spPr>
      </p:pic>
      <p:pic>
        <p:nvPicPr>
          <p:cNvPr id="329" name="Google Shape;329;p48"/>
          <p:cNvPicPr preferRelativeResize="0"/>
          <p:nvPr/>
        </p:nvPicPr>
        <p:blipFill>
          <a:blip r:embed="rId5">
            <a:alphaModFix/>
          </a:blip>
          <a:stretch>
            <a:fillRect/>
          </a:stretch>
        </p:blipFill>
        <p:spPr>
          <a:xfrm flipH="1">
            <a:off x="-341157" y="4798621"/>
            <a:ext cx="682314" cy="689757"/>
          </a:xfrm>
          <a:prstGeom prst="rect">
            <a:avLst/>
          </a:prstGeom>
          <a:noFill/>
          <a:ln>
            <a:noFill/>
          </a:ln>
        </p:spPr>
      </p:pic>
      <p:pic>
        <p:nvPicPr>
          <p:cNvPr id="330" name="Google Shape;330;p48"/>
          <p:cNvPicPr preferRelativeResize="0"/>
          <p:nvPr/>
        </p:nvPicPr>
        <p:blipFill>
          <a:blip r:embed="rId6">
            <a:alphaModFix/>
          </a:blip>
          <a:stretch>
            <a:fillRect/>
          </a:stretch>
        </p:blipFill>
        <p:spPr>
          <a:xfrm flipH="1">
            <a:off x="8603999" y="7900"/>
            <a:ext cx="592488" cy="532764"/>
          </a:xfrm>
          <a:prstGeom prst="rect">
            <a:avLst/>
          </a:prstGeom>
          <a:noFill/>
          <a:ln>
            <a:noFill/>
          </a:ln>
        </p:spPr>
      </p:pic>
      <p:pic>
        <p:nvPicPr>
          <p:cNvPr id="331" name="Google Shape;331;p48"/>
          <p:cNvPicPr preferRelativeResize="0"/>
          <p:nvPr/>
        </p:nvPicPr>
        <p:blipFill>
          <a:blip r:embed="rId7">
            <a:alphaModFix/>
          </a:blip>
          <a:stretch>
            <a:fillRect/>
          </a:stretch>
        </p:blipFill>
        <p:spPr>
          <a:xfrm rot="767547" flipH="1">
            <a:off x="-49832" y="-93218"/>
            <a:ext cx="615670" cy="1400302"/>
          </a:xfrm>
          <a:prstGeom prst="rect">
            <a:avLst/>
          </a:prstGeom>
          <a:noFill/>
          <a:ln>
            <a:noFill/>
          </a:ln>
        </p:spPr>
      </p:pic>
      <p:cxnSp>
        <p:nvCxnSpPr>
          <p:cNvPr id="5" name="Straight Connector 4">
            <a:extLst>
              <a:ext uri="{FF2B5EF4-FFF2-40B4-BE49-F238E27FC236}">
                <a16:creationId xmlns:a16="http://schemas.microsoft.com/office/drawing/2014/main" id="{7904097D-58DB-BF43-3B9A-1C783ECEE48D}"/>
              </a:ext>
            </a:extLst>
          </p:cNvPr>
          <p:cNvCxnSpPr>
            <a:cxnSpLocks/>
          </p:cNvCxnSpPr>
          <p:nvPr/>
        </p:nvCxnSpPr>
        <p:spPr>
          <a:xfrm>
            <a:off x="4591834" y="1133083"/>
            <a:ext cx="30566" cy="36655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9264D2F-0538-9F55-2FD2-ECC0DD1F8042}"/>
              </a:ext>
            </a:extLst>
          </p:cNvPr>
          <p:cNvSpPr txBox="1"/>
          <p:nvPr/>
        </p:nvSpPr>
        <p:spPr>
          <a:xfrm>
            <a:off x="4842996" y="860465"/>
            <a:ext cx="4093265" cy="523220"/>
          </a:xfrm>
          <a:prstGeom prst="rect">
            <a:avLst/>
          </a:prstGeom>
          <a:noFill/>
        </p:spPr>
        <p:txBody>
          <a:bodyPr wrap="square" rtlCol="0">
            <a:spAutoFit/>
          </a:bodyPr>
          <a:lstStyle/>
          <a:p>
            <a:pPr algn="ctr">
              <a:spcAft>
                <a:spcPts val="1200"/>
              </a:spcAft>
              <a:buClr>
                <a:schemeClr val="lt2"/>
              </a:buClr>
              <a:buSzPts val="1400"/>
            </a:pPr>
            <a:r>
              <a:rPr lang="en-US" dirty="0">
                <a:solidFill>
                  <a:schemeClr val="lt2"/>
                </a:solidFill>
                <a:latin typeface="Cardo"/>
                <a:ea typeface="Cardo"/>
                <a:cs typeface="Cardo"/>
                <a:sym typeface="Cardo"/>
              </a:rPr>
              <a:t>WAQ to retrieves the first 3 courses sorted by their </a:t>
            </a:r>
            <a:r>
              <a:rPr lang="en-US" dirty="0" err="1">
                <a:solidFill>
                  <a:schemeClr val="lt2"/>
                </a:solidFill>
                <a:latin typeface="Cardo"/>
                <a:ea typeface="Cardo"/>
                <a:cs typeface="Cardo"/>
                <a:sym typeface="Cardo"/>
              </a:rPr>
              <a:t>course_id</a:t>
            </a:r>
            <a:r>
              <a:rPr lang="en-US" dirty="0">
                <a:solidFill>
                  <a:schemeClr val="lt2"/>
                </a:solidFill>
                <a:latin typeface="Cardo"/>
                <a:ea typeface="Cardo"/>
                <a:cs typeface="Cardo"/>
                <a:sym typeface="Cardo"/>
              </a:rPr>
              <a:t> in ascending order.</a:t>
            </a:r>
            <a:endParaRPr lang="en-IN" dirty="0">
              <a:solidFill>
                <a:schemeClr val="lt2"/>
              </a:solidFill>
              <a:latin typeface="Cardo"/>
              <a:ea typeface="Cardo"/>
              <a:cs typeface="Cardo"/>
              <a:sym typeface="Cardo"/>
            </a:endParaRPr>
          </a:p>
        </p:txBody>
      </p:sp>
      <p:pic>
        <p:nvPicPr>
          <p:cNvPr id="3" name="Picture 2">
            <a:extLst>
              <a:ext uri="{FF2B5EF4-FFF2-40B4-BE49-F238E27FC236}">
                <a16:creationId xmlns:a16="http://schemas.microsoft.com/office/drawing/2014/main" id="{41725223-0D5B-EC7B-B0B2-101DA21F5D57}"/>
              </a:ext>
            </a:extLst>
          </p:cNvPr>
          <p:cNvPicPr>
            <a:picLocks noChangeAspect="1"/>
          </p:cNvPicPr>
          <p:nvPr/>
        </p:nvPicPr>
        <p:blipFill>
          <a:blip r:embed="rId8"/>
          <a:stretch>
            <a:fillRect/>
          </a:stretch>
        </p:blipFill>
        <p:spPr>
          <a:xfrm>
            <a:off x="300674" y="1510979"/>
            <a:ext cx="4199855" cy="3400034"/>
          </a:xfrm>
          <a:prstGeom prst="rect">
            <a:avLst/>
          </a:prstGeom>
        </p:spPr>
      </p:pic>
      <p:pic>
        <p:nvPicPr>
          <p:cNvPr id="8" name="Picture 7">
            <a:extLst>
              <a:ext uri="{FF2B5EF4-FFF2-40B4-BE49-F238E27FC236}">
                <a16:creationId xmlns:a16="http://schemas.microsoft.com/office/drawing/2014/main" id="{FD488210-DEBB-1A84-83A1-F9CAD9BFE184}"/>
              </a:ext>
            </a:extLst>
          </p:cNvPr>
          <p:cNvPicPr>
            <a:picLocks noChangeAspect="1"/>
          </p:cNvPicPr>
          <p:nvPr/>
        </p:nvPicPr>
        <p:blipFill>
          <a:blip r:embed="rId9"/>
          <a:stretch>
            <a:fillRect/>
          </a:stretch>
        </p:blipFill>
        <p:spPr>
          <a:xfrm>
            <a:off x="4718350" y="1510978"/>
            <a:ext cx="4217911" cy="3400033"/>
          </a:xfrm>
          <a:prstGeom prst="rect">
            <a:avLst/>
          </a:prstGeom>
        </p:spPr>
      </p:pic>
    </p:spTree>
    <p:extLst>
      <p:ext uri="{BB962C8B-B14F-4D97-AF65-F5344CB8AC3E}">
        <p14:creationId xmlns:p14="http://schemas.microsoft.com/office/powerpoint/2010/main" val="3747305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68"/>
          <p:cNvSpPr txBox="1">
            <a:spLocks noGrp="1"/>
          </p:cNvSpPr>
          <p:nvPr>
            <p:ph type="title"/>
          </p:nvPr>
        </p:nvSpPr>
        <p:spPr>
          <a:xfrm>
            <a:off x="2552780" y="2716297"/>
            <a:ext cx="4390800" cy="1361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JOINS</a:t>
            </a:r>
            <a:endParaRPr dirty="0"/>
          </a:p>
        </p:txBody>
      </p:sp>
      <p:sp>
        <p:nvSpPr>
          <p:cNvPr id="873" name="Google Shape;873;p68"/>
          <p:cNvSpPr txBox="1">
            <a:spLocks noGrp="1"/>
          </p:cNvSpPr>
          <p:nvPr>
            <p:ph type="subTitle" idx="1"/>
          </p:nvPr>
        </p:nvSpPr>
        <p:spPr>
          <a:xfrm>
            <a:off x="3306080" y="4077697"/>
            <a:ext cx="4537500" cy="4806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dirty="0"/>
              <a:t>Left Joins, Right Joins, Full Joins</a:t>
            </a:r>
            <a:endParaRPr dirty="0"/>
          </a:p>
        </p:txBody>
      </p:sp>
      <p:pic>
        <p:nvPicPr>
          <p:cNvPr id="874" name="Google Shape;874;p68"/>
          <p:cNvPicPr preferRelativeResize="0"/>
          <p:nvPr/>
        </p:nvPicPr>
        <p:blipFill>
          <a:blip r:embed="rId3">
            <a:alphaModFix/>
          </a:blip>
          <a:stretch>
            <a:fillRect/>
          </a:stretch>
        </p:blipFill>
        <p:spPr>
          <a:xfrm>
            <a:off x="1742375" y="-1826100"/>
            <a:ext cx="3571874" cy="3555501"/>
          </a:xfrm>
          <a:prstGeom prst="rect">
            <a:avLst/>
          </a:prstGeom>
          <a:noFill/>
          <a:ln>
            <a:noFill/>
          </a:ln>
        </p:spPr>
      </p:pic>
      <p:pic>
        <p:nvPicPr>
          <p:cNvPr id="875" name="Google Shape;875;p68"/>
          <p:cNvPicPr preferRelativeResize="0"/>
          <p:nvPr/>
        </p:nvPicPr>
        <p:blipFill>
          <a:blip r:embed="rId3">
            <a:alphaModFix/>
          </a:blip>
          <a:stretch>
            <a:fillRect/>
          </a:stretch>
        </p:blipFill>
        <p:spPr>
          <a:xfrm flipH="1">
            <a:off x="-398500" y="1383375"/>
            <a:ext cx="3571874" cy="3555501"/>
          </a:xfrm>
          <a:prstGeom prst="rect">
            <a:avLst/>
          </a:prstGeom>
          <a:noFill/>
          <a:ln>
            <a:noFill/>
          </a:ln>
        </p:spPr>
      </p:pic>
      <p:pic>
        <p:nvPicPr>
          <p:cNvPr id="876" name="Google Shape;876;p68"/>
          <p:cNvPicPr preferRelativeResize="0"/>
          <p:nvPr/>
        </p:nvPicPr>
        <p:blipFill>
          <a:blip r:embed="rId4">
            <a:alphaModFix/>
          </a:blip>
          <a:stretch>
            <a:fillRect/>
          </a:stretch>
        </p:blipFill>
        <p:spPr>
          <a:xfrm>
            <a:off x="1227575" y="386975"/>
            <a:ext cx="2685800" cy="2685800"/>
          </a:xfrm>
          <a:prstGeom prst="rect">
            <a:avLst/>
          </a:prstGeom>
          <a:noFill/>
          <a:ln>
            <a:noFill/>
          </a:ln>
        </p:spPr>
      </p:pic>
      <p:pic>
        <p:nvPicPr>
          <p:cNvPr id="877" name="Google Shape;877;p68"/>
          <p:cNvPicPr preferRelativeResize="0"/>
          <p:nvPr/>
        </p:nvPicPr>
        <p:blipFill>
          <a:blip r:embed="rId5">
            <a:alphaModFix/>
          </a:blip>
          <a:stretch>
            <a:fillRect/>
          </a:stretch>
        </p:blipFill>
        <p:spPr>
          <a:xfrm rot="1685820">
            <a:off x="1084050" y="986125"/>
            <a:ext cx="1797025" cy="1690971"/>
          </a:xfrm>
          <a:prstGeom prst="rect">
            <a:avLst/>
          </a:prstGeom>
          <a:noFill/>
          <a:ln>
            <a:noFill/>
          </a:ln>
        </p:spPr>
      </p:pic>
      <p:pic>
        <p:nvPicPr>
          <p:cNvPr id="878" name="Google Shape;878;p68"/>
          <p:cNvPicPr preferRelativeResize="0"/>
          <p:nvPr/>
        </p:nvPicPr>
        <p:blipFill>
          <a:blip r:embed="rId6">
            <a:alphaModFix/>
          </a:blip>
          <a:stretch>
            <a:fillRect/>
          </a:stretch>
        </p:blipFill>
        <p:spPr>
          <a:xfrm>
            <a:off x="2894775" y="1899425"/>
            <a:ext cx="588600" cy="618625"/>
          </a:xfrm>
          <a:prstGeom prst="rect">
            <a:avLst/>
          </a:prstGeom>
          <a:noFill/>
          <a:ln>
            <a:noFill/>
          </a:ln>
        </p:spPr>
      </p:pic>
      <p:pic>
        <p:nvPicPr>
          <p:cNvPr id="879" name="Google Shape;879;p68"/>
          <p:cNvPicPr preferRelativeResize="0"/>
          <p:nvPr/>
        </p:nvPicPr>
        <p:blipFill>
          <a:blip r:embed="rId7">
            <a:alphaModFix/>
          </a:blip>
          <a:stretch>
            <a:fillRect/>
          </a:stretch>
        </p:blipFill>
        <p:spPr>
          <a:xfrm>
            <a:off x="1485800" y="1130450"/>
            <a:ext cx="839381" cy="803750"/>
          </a:xfrm>
          <a:prstGeom prst="rect">
            <a:avLst/>
          </a:prstGeom>
          <a:noFill/>
          <a:ln>
            <a:noFill/>
          </a:ln>
        </p:spPr>
      </p:pic>
      <p:pic>
        <p:nvPicPr>
          <p:cNvPr id="880" name="Google Shape;880;p68"/>
          <p:cNvPicPr preferRelativeResize="0"/>
          <p:nvPr/>
        </p:nvPicPr>
        <p:blipFill>
          <a:blip r:embed="rId8">
            <a:alphaModFix/>
          </a:blip>
          <a:stretch>
            <a:fillRect/>
          </a:stretch>
        </p:blipFill>
        <p:spPr>
          <a:xfrm rot="-1820239">
            <a:off x="1084050" y="2410313"/>
            <a:ext cx="1797024" cy="1872658"/>
          </a:xfrm>
          <a:prstGeom prst="rect">
            <a:avLst/>
          </a:prstGeom>
          <a:noFill/>
          <a:ln>
            <a:noFill/>
          </a:ln>
        </p:spPr>
      </p:pic>
      <p:pic>
        <p:nvPicPr>
          <p:cNvPr id="881" name="Google Shape;881;p68"/>
          <p:cNvPicPr preferRelativeResize="0"/>
          <p:nvPr/>
        </p:nvPicPr>
        <p:blipFill>
          <a:blip r:embed="rId9">
            <a:alphaModFix/>
          </a:blip>
          <a:stretch>
            <a:fillRect/>
          </a:stretch>
        </p:blipFill>
        <p:spPr>
          <a:xfrm rot="-2849632">
            <a:off x="2147917" y="218615"/>
            <a:ext cx="1775044" cy="160052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49"/>
          <p:cNvPicPr preferRelativeResize="0"/>
          <p:nvPr/>
        </p:nvPicPr>
        <p:blipFill>
          <a:blip r:embed="rId3">
            <a:alphaModFix/>
          </a:blip>
          <a:stretch>
            <a:fillRect/>
          </a:stretch>
        </p:blipFill>
        <p:spPr>
          <a:xfrm flipH="1">
            <a:off x="5858324" y="155200"/>
            <a:ext cx="3571874" cy="3555501"/>
          </a:xfrm>
          <a:prstGeom prst="rect">
            <a:avLst/>
          </a:prstGeom>
          <a:noFill/>
          <a:ln>
            <a:noFill/>
          </a:ln>
        </p:spPr>
      </p:pic>
      <p:pic>
        <p:nvPicPr>
          <p:cNvPr id="338" name="Google Shape;338;p49"/>
          <p:cNvPicPr preferRelativeResize="0"/>
          <p:nvPr/>
        </p:nvPicPr>
        <p:blipFill>
          <a:blip r:embed="rId4">
            <a:alphaModFix/>
          </a:blip>
          <a:stretch>
            <a:fillRect/>
          </a:stretch>
        </p:blipFill>
        <p:spPr>
          <a:xfrm rot="11419713">
            <a:off x="8744450" y="44155"/>
            <a:ext cx="289430" cy="388136"/>
          </a:xfrm>
          <a:prstGeom prst="rect">
            <a:avLst/>
          </a:prstGeom>
          <a:noFill/>
          <a:ln>
            <a:noFill/>
          </a:ln>
        </p:spPr>
      </p:pic>
      <p:pic>
        <p:nvPicPr>
          <p:cNvPr id="340" name="Google Shape;340;p49"/>
          <p:cNvPicPr preferRelativeResize="0"/>
          <p:nvPr/>
        </p:nvPicPr>
        <p:blipFill>
          <a:blip r:embed="rId3">
            <a:alphaModFix/>
          </a:blip>
          <a:stretch>
            <a:fillRect/>
          </a:stretch>
        </p:blipFill>
        <p:spPr>
          <a:xfrm flipH="1">
            <a:off x="-483675" y="2249950"/>
            <a:ext cx="3571874" cy="3555501"/>
          </a:xfrm>
          <a:prstGeom prst="rect">
            <a:avLst/>
          </a:prstGeom>
          <a:noFill/>
          <a:ln>
            <a:noFill/>
          </a:ln>
        </p:spPr>
      </p:pic>
      <p:pic>
        <p:nvPicPr>
          <p:cNvPr id="342" name="Google Shape;342;p49"/>
          <p:cNvPicPr preferRelativeResize="0"/>
          <p:nvPr/>
        </p:nvPicPr>
        <p:blipFill>
          <a:blip r:embed="rId5">
            <a:alphaModFix/>
          </a:blip>
          <a:stretch>
            <a:fillRect/>
          </a:stretch>
        </p:blipFill>
        <p:spPr>
          <a:xfrm rot="-1192395">
            <a:off x="22275" y="4650977"/>
            <a:ext cx="496008" cy="420743"/>
          </a:xfrm>
          <a:prstGeom prst="rect">
            <a:avLst/>
          </a:prstGeom>
          <a:noFill/>
          <a:ln>
            <a:noFill/>
          </a:ln>
        </p:spPr>
      </p:pic>
      <p:sp>
        <p:nvSpPr>
          <p:cNvPr id="345" name="Google Shape;345;p49"/>
          <p:cNvSpPr txBox="1">
            <a:spLocks noGrp="1"/>
          </p:cNvSpPr>
          <p:nvPr>
            <p:ph type="subTitle" idx="1"/>
          </p:nvPr>
        </p:nvSpPr>
        <p:spPr>
          <a:xfrm>
            <a:off x="345600" y="59416"/>
            <a:ext cx="8366400" cy="484435"/>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JOINS</a:t>
            </a:r>
            <a:endParaRPr dirty="0"/>
          </a:p>
        </p:txBody>
      </p:sp>
      <p:sp>
        <p:nvSpPr>
          <p:cNvPr id="346" name="Google Shape;346;p49"/>
          <p:cNvSpPr txBox="1">
            <a:spLocks noGrp="1"/>
          </p:cNvSpPr>
          <p:nvPr>
            <p:ph type="subTitle" idx="2"/>
          </p:nvPr>
        </p:nvSpPr>
        <p:spPr>
          <a:xfrm>
            <a:off x="4950004" y="767870"/>
            <a:ext cx="3869991" cy="55138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t>WAQ to ranks students based on the total number of completed lessons across all courses.</a:t>
            </a:r>
            <a:endParaRPr dirty="0"/>
          </a:p>
        </p:txBody>
      </p:sp>
      <p:sp>
        <p:nvSpPr>
          <p:cNvPr id="347" name="Google Shape;347;p49"/>
          <p:cNvSpPr txBox="1">
            <a:spLocks noGrp="1"/>
          </p:cNvSpPr>
          <p:nvPr>
            <p:ph type="subTitle" idx="3"/>
          </p:nvPr>
        </p:nvSpPr>
        <p:spPr>
          <a:xfrm>
            <a:off x="437402" y="760230"/>
            <a:ext cx="3886195" cy="55138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WAQ to show Certificates issued for each Student</a:t>
            </a:r>
            <a:endParaRPr dirty="0"/>
          </a:p>
        </p:txBody>
      </p:sp>
      <p:cxnSp>
        <p:nvCxnSpPr>
          <p:cNvPr id="5" name="Straight Connector 4">
            <a:extLst>
              <a:ext uri="{FF2B5EF4-FFF2-40B4-BE49-F238E27FC236}">
                <a16:creationId xmlns:a16="http://schemas.microsoft.com/office/drawing/2014/main" id="{84A1AEC1-61EA-638F-B0B7-746D0E5AAC4D}"/>
              </a:ext>
            </a:extLst>
          </p:cNvPr>
          <p:cNvCxnSpPr>
            <a:cxnSpLocks/>
          </p:cNvCxnSpPr>
          <p:nvPr/>
        </p:nvCxnSpPr>
        <p:spPr>
          <a:xfrm>
            <a:off x="4636800" y="1195200"/>
            <a:ext cx="0" cy="35555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140C504-97EC-B0A5-F360-BB521D24FC9D}"/>
              </a:ext>
            </a:extLst>
          </p:cNvPr>
          <p:cNvPicPr>
            <a:picLocks noChangeAspect="1"/>
          </p:cNvPicPr>
          <p:nvPr/>
        </p:nvPicPr>
        <p:blipFill>
          <a:blip r:embed="rId6"/>
          <a:stretch>
            <a:fillRect/>
          </a:stretch>
        </p:blipFill>
        <p:spPr>
          <a:xfrm>
            <a:off x="4716001" y="1349749"/>
            <a:ext cx="4154400" cy="3400952"/>
          </a:xfrm>
          <a:prstGeom prst="rect">
            <a:avLst/>
          </a:prstGeom>
        </p:spPr>
      </p:pic>
      <p:pic>
        <p:nvPicPr>
          <p:cNvPr id="10" name="Picture 9">
            <a:extLst>
              <a:ext uri="{FF2B5EF4-FFF2-40B4-BE49-F238E27FC236}">
                <a16:creationId xmlns:a16="http://schemas.microsoft.com/office/drawing/2014/main" id="{17F77A5E-FD87-9E5F-0A52-9D3155C54994}"/>
              </a:ext>
            </a:extLst>
          </p:cNvPr>
          <p:cNvPicPr>
            <a:picLocks noChangeAspect="1"/>
          </p:cNvPicPr>
          <p:nvPr/>
        </p:nvPicPr>
        <p:blipFill>
          <a:blip r:embed="rId7"/>
          <a:stretch>
            <a:fillRect/>
          </a:stretch>
        </p:blipFill>
        <p:spPr>
          <a:xfrm>
            <a:off x="115198" y="1349749"/>
            <a:ext cx="4442402" cy="340095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49"/>
          <p:cNvPicPr preferRelativeResize="0"/>
          <p:nvPr/>
        </p:nvPicPr>
        <p:blipFill>
          <a:blip r:embed="rId3">
            <a:alphaModFix/>
          </a:blip>
          <a:stretch>
            <a:fillRect/>
          </a:stretch>
        </p:blipFill>
        <p:spPr>
          <a:xfrm flipH="1">
            <a:off x="5858324" y="155200"/>
            <a:ext cx="3571874" cy="3555501"/>
          </a:xfrm>
          <a:prstGeom prst="rect">
            <a:avLst/>
          </a:prstGeom>
          <a:noFill/>
          <a:ln>
            <a:noFill/>
          </a:ln>
        </p:spPr>
      </p:pic>
      <p:pic>
        <p:nvPicPr>
          <p:cNvPr id="338" name="Google Shape;338;p49"/>
          <p:cNvPicPr preferRelativeResize="0"/>
          <p:nvPr/>
        </p:nvPicPr>
        <p:blipFill>
          <a:blip r:embed="rId4">
            <a:alphaModFix/>
          </a:blip>
          <a:stretch>
            <a:fillRect/>
          </a:stretch>
        </p:blipFill>
        <p:spPr>
          <a:xfrm rot="11419713">
            <a:off x="8744450" y="44155"/>
            <a:ext cx="289430" cy="388136"/>
          </a:xfrm>
          <a:prstGeom prst="rect">
            <a:avLst/>
          </a:prstGeom>
          <a:noFill/>
          <a:ln>
            <a:noFill/>
          </a:ln>
        </p:spPr>
      </p:pic>
      <p:pic>
        <p:nvPicPr>
          <p:cNvPr id="340" name="Google Shape;340;p49"/>
          <p:cNvPicPr preferRelativeResize="0"/>
          <p:nvPr/>
        </p:nvPicPr>
        <p:blipFill>
          <a:blip r:embed="rId3">
            <a:alphaModFix/>
          </a:blip>
          <a:stretch>
            <a:fillRect/>
          </a:stretch>
        </p:blipFill>
        <p:spPr>
          <a:xfrm flipH="1">
            <a:off x="-483675" y="2249950"/>
            <a:ext cx="3571874" cy="3555501"/>
          </a:xfrm>
          <a:prstGeom prst="rect">
            <a:avLst/>
          </a:prstGeom>
          <a:noFill/>
          <a:ln>
            <a:noFill/>
          </a:ln>
        </p:spPr>
      </p:pic>
      <p:pic>
        <p:nvPicPr>
          <p:cNvPr id="342" name="Google Shape;342;p49"/>
          <p:cNvPicPr preferRelativeResize="0"/>
          <p:nvPr/>
        </p:nvPicPr>
        <p:blipFill>
          <a:blip r:embed="rId5">
            <a:alphaModFix/>
          </a:blip>
          <a:stretch>
            <a:fillRect/>
          </a:stretch>
        </p:blipFill>
        <p:spPr>
          <a:xfrm rot="-1192395">
            <a:off x="22275" y="4650977"/>
            <a:ext cx="496008" cy="420743"/>
          </a:xfrm>
          <a:prstGeom prst="rect">
            <a:avLst/>
          </a:prstGeom>
          <a:noFill/>
          <a:ln>
            <a:noFill/>
          </a:ln>
        </p:spPr>
      </p:pic>
      <p:sp>
        <p:nvSpPr>
          <p:cNvPr id="345" name="Google Shape;345;p49"/>
          <p:cNvSpPr txBox="1">
            <a:spLocks noGrp="1"/>
          </p:cNvSpPr>
          <p:nvPr>
            <p:ph type="subTitle" idx="1"/>
          </p:nvPr>
        </p:nvSpPr>
        <p:spPr>
          <a:xfrm>
            <a:off x="345600" y="59416"/>
            <a:ext cx="8366400" cy="484435"/>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sz="2400" dirty="0"/>
              <a:t>Sub-Query Using JOINS &amp; JOINS with Aggregation</a:t>
            </a:r>
            <a:endParaRPr sz="2400" dirty="0"/>
          </a:p>
        </p:txBody>
      </p:sp>
      <p:sp>
        <p:nvSpPr>
          <p:cNvPr id="346" name="Google Shape;346;p49"/>
          <p:cNvSpPr txBox="1">
            <a:spLocks noGrp="1"/>
          </p:cNvSpPr>
          <p:nvPr>
            <p:ph type="subTitle" idx="2"/>
          </p:nvPr>
        </p:nvSpPr>
        <p:spPr>
          <a:xfrm>
            <a:off x="4950004" y="767870"/>
            <a:ext cx="3869991" cy="55138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t>WAQ to get id and name of students who have completed all lessons for Course ID 1.</a:t>
            </a:r>
            <a:endParaRPr dirty="0"/>
          </a:p>
        </p:txBody>
      </p:sp>
      <p:sp>
        <p:nvSpPr>
          <p:cNvPr id="347" name="Google Shape;347;p49"/>
          <p:cNvSpPr txBox="1">
            <a:spLocks noGrp="1"/>
          </p:cNvSpPr>
          <p:nvPr>
            <p:ph type="subTitle" idx="3"/>
          </p:nvPr>
        </p:nvSpPr>
        <p:spPr>
          <a:xfrm>
            <a:off x="437402" y="760230"/>
            <a:ext cx="3886195" cy="55138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WAQ to shows each course along with the total number of lessons</a:t>
            </a:r>
            <a:endParaRPr dirty="0"/>
          </a:p>
        </p:txBody>
      </p:sp>
      <p:cxnSp>
        <p:nvCxnSpPr>
          <p:cNvPr id="5" name="Straight Connector 4">
            <a:extLst>
              <a:ext uri="{FF2B5EF4-FFF2-40B4-BE49-F238E27FC236}">
                <a16:creationId xmlns:a16="http://schemas.microsoft.com/office/drawing/2014/main" id="{84A1AEC1-61EA-638F-B0B7-746D0E5AAC4D}"/>
              </a:ext>
            </a:extLst>
          </p:cNvPr>
          <p:cNvCxnSpPr>
            <a:cxnSpLocks/>
          </p:cNvCxnSpPr>
          <p:nvPr/>
        </p:nvCxnSpPr>
        <p:spPr>
          <a:xfrm>
            <a:off x="4636800" y="1195200"/>
            <a:ext cx="0" cy="35555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FCA4E47-1539-82E5-508F-E47C2BFBB344}"/>
              </a:ext>
            </a:extLst>
          </p:cNvPr>
          <p:cNvPicPr>
            <a:picLocks noChangeAspect="1"/>
          </p:cNvPicPr>
          <p:nvPr/>
        </p:nvPicPr>
        <p:blipFill>
          <a:blip r:embed="rId6"/>
          <a:stretch>
            <a:fillRect/>
          </a:stretch>
        </p:blipFill>
        <p:spPr>
          <a:xfrm>
            <a:off x="273598" y="1349749"/>
            <a:ext cx="4298399" cy="3400952"/>
          </a:xfrm>
          <a:prstGeom prst="rect">
            <a:avLst/>
          </a:prstGeom>
        </p:spPr>
      </p:pic>
      <p:pic>
        <p:nvPicPr>
          <p:cNvPr id="6" name="Picture 5">
            <a:extLst>
              <a:ext uri="{FF2B5EF4-FFF2-40B4-BE49-F238E27FC236}">
                <a16:creationId xmlns:a16="http://schemas.microsoft.com/office/drawing/2014/main" id="{F95CE313-36FC-DAC4-27B3-B6D81A608478}"/>
              </a:ext>
            </a:extLst>
          </p:cNvPr>
          <p:cNvPicPr>
            <a:picLocks noChangeAspect="1"/>
          </p:cNvPicPr>
          <p:nvPr/>
        </p:nvPicPr>
        <p:blipFill>
          <a:blip r:embed="rId7"/>
          <a:stretch>
            <a:fillRect/>
          </a:stretch>
        </p:blipFill>
        <p:spPr>
          <a:xfrm>
            <a:off x="4701603" y="1349749"/>
            <a:ext cx="4118390" cy="3400952"/>
          </a:xfrm>
          <a:prstGeom prst="rect">
            <a:avLst/>
          </a:prstGeom>
        </p:spPr>
      </p:pic>
    </p:spTree>
    <p:extLst>
      <p:ext uri="{BB962C8B-B14F-4D97-AF65-F5344CB8AC3E}">
        <p14:creationId xmlns:p14="http://schemas.microsoft.com/office/powerpoint/2010/main" val="2914120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49"/>
          <p:cNvPicPr preferRelativeResize="0"/>
          <p:nvPr/>
        </p:nvPicPr>
        <p:blipFill>
          <a:blip r:embed="rId3">
            <a:alphaModFix/>
          </a:blip>
          <a:stretch>
            <a:fillRect/>
          </a:stretch>
        </p:blipFill>
        <p:spPr>
          <a:xfrm flipH="1">
            <a:off x="5858324" y="155200"/>
            <a:ext cx="3571874" cy="3555501"/>
          </a:xfrm>
          <a:prstGeom prst="rect">
            <a:avLst/>
          </a:prstGeom>
          <a:noFill/>
          <a:ln>
            <a:noFill/>
          </a:ln>
        </p:spPr>
      </p:pic>
      <p:pic>
        <p:nvPicPr>
          <p:cNvPr id="338" name="Google Shape;338;p49"/>
          <p:cNvPicPr preferRelativeResize="0"/>
          <p:nvPr/>
        </p:nvPicPr>
        <p:blipFill>
          <a:blip r:embed="rId4">
            <a:alphaModFix/>
          </a:blip>
          <a:stretch>
            <a:fillRect/>
          </a:stretch>
        </p:blipFill>
        <p:spPr>
          <a:xfrm rot="11419713">
            <a:off x="8744450" y="44155"/>
            <a:ext cx="289430" cy="388136"/>
          </a:xfrm>
          <a:prstGeom prst="rect">
            <a:avLst/>
          </a:prstGeom>
          <a:noFill/>
          <a:ln>
            <a:noFill/>
          </a:ln>
        </p:spPr>
      </p:pic>
      <p:pic>
        <p:nvPicPr>
          <p:cNvPr id="340" name="Google Shape;340;p49"/>
          <p:cNvPicPr preferRelativeResize="0"/>
          <p:nvPr/>
        </p:nvPicPr>
        <p:blipFill>
          <a:blip r:embed="rId3">
            <a:alphaModFix/>
          </a:blip>
          <a:stretch>
            <a:fillRect/>
          </a:stretch>
        </p:blipFill>
        <p:spPr>
          <a:xfrm flipH="1">
            <a:off x="-483675" y="2249950"/>
            <a:ext cx="3571874" cy="3555501"/>
          </a:xfrm>
          <a:prstGeom prst="rect">
            <a:avLst/>
          </a:prstGeom>
          <a:noFill/>
          <a:ln>
            <a:noFill/>
          </a:ln>
        </p:spPr>
      </p:pic>
      <p:pic>
        <p:nvPicPr>
          <p:cNvPr id="342" name="Google Shape;342;p49"/>
          <p:cNvPicPr preferRelativeResize="0"/>
          <p:nvPr/>
        </p:nvPicPr>
        <p:blipFill>
          <a:blip r:embed="rId5">
            <a:alphaModFix/>
          </a:blip>
          <a:stretch>
            <a:fillRect/>
          </a:stretch>
        </p:blipFill>
        <p:spPr>
          <a:xfrm rot="-1192395">
            <a:off x="22275" y="4650977"/>
            <a:ext cx="496008" cy="420743"/>
          </a:xfrm>
          <a:prstGeom prst="rect">
            <a:avLst/>
          </a:prstGeom>
          <a:noFill/>
          <a:ln>
            <a:noFill/>
          </a:ln>
        </p:spPr>
      </p:pic>
      <p:sp>
        <p:nvSpPr>
          <p:cNvPr id="345" name="Google Shape;345;p49"/>
          <p:cNvSpPr txBox="1">
            <a:spLocks noGrp="1"/>
          </p:cNvSpPr>
          <p:nvPr>
            <p:ph type="subTitle" idx="1"/>
          </p:nvPr>
        </p:nvSpPr>
        <p:spPr>
          <a:xfrm>
            <a:off x="345600" y="59416"/>
            <a:ext cx="8366400" cy="484435"/>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IN" sz="2400" b="1" dirty="0"/>
              <a:t>Advanced</a:t>
            </a:r>
            <a:r>
              <a:rPr lang="en-IN" sz="2400" dirty="0"/>
              <a:t> </a:t>
            </a:r>
            <a:r>
              <a:rPr lang="en-IN" sz="2400" b="1" dirty="0"/>
              <a:t>JOIN</a:t>
            </a:r>
            <a:endParaRPr sz="4400" dirty="0"/>
          </a:p>
        </p:txBody>
      </p:sp>
      <p:sp>
        <p:nvSpPr>
          <p:cNvPr id="347" name="Google Shape;347;p49"/>
          <p:cNvSpPr txBox="1">
            <a:spLocks noGrp="1"/>
          </p:cNvSpPr>
          <p:nvPr>
            <p:ph type="subTitle" idx="3"/>
          </p:nvPr>
        </p:nvSpPr>
        <p:spPr>
          <a:xfrm>
            <a:off x="437402" y="760230"/>
            <a:ext cx="8274598" cy="53577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WAQ retrieves each </a:t>
            </a:r>
            <a:r>
              <a:rPr lang="en-US" dirty="0" err="1"/>
              <a:t>student_id</a:t>
            </a:r>
            <a:r>
              <a:rPr lang="en-US" dirty="0"/>
              <a:t>, </a:t>
            </a:r>
            <a:r>
              <a:rPr lang="en-US" dirty="0" err="1"/>
              <a:t>student_name</a:t>
            </a:r>
            <a:r>
              <a:rPr lang="en-US" dirty="0"/>
              <a:t>, </a:t>
            </a:r>
            <a:r>
              <a:rPr lang="en-US" dirty="0" err="1"/>
              <a:t>course_id</a:t>
            </a:r>
            <a:r>
              <a:rPr lang="en-US" dirty="0"/>
              <a:t>, and the number of completed lessons per course.</a:t>
            </a:r>
            <a:endParaRPr dirty="0"/>
          </a:p>
        </p:txBody>
      </p:sp>
      <p:pic>
        <p:nvPicPr>
          <p:cNvPr id="8" name="Picture 7">
            <a:extLst>
              <a:ext uri="{FF2B5EF4-FFF2-40B4-BE49-F238E27FC236}">
                <a16:creationId xmlns:a16="http://schemas.microsoft.com/office/drawing/2014/main" id="{3BF59B96-DF27-03E0-0A79-D35127ED2C73}"/>
              </a:ext>
            </a:extLst>
          </p:cNvPr>
          <p:cNvPicPr>
            <a:picLocks noChangeAspect="1"/>
          </p:cNvPicPr>
          <p:nvPr/>
        </p:nvPicPr>
        <p:blipFill>
          <a:blip r:embed="rId6"/>
          <a:stretch>
            <a:fillRect/>
          </a:stretch>
        </p:blipFill>
        <p:spPr>
          <a:xfrm>
            <a:off x="900000" y="1296000"/>
            <a:ext cx="7149599" cy="3628800"/>
          </a:xfrm>
          <a:prstGeom prst="rect">
            <a:avLst/>
          </a:prstGeom>
        </p:spPr>
      </p:pic>
    </p:spTree>
    <p:extLst>
      <p:ext uri="{BB962C8B-B14F-4D97-AF65-F5344CB8AC3E}">
        <p14:creationId xmlns:p14="http://schemas.microsoft.com/office/powerpoint/2010/main" val="2100608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0"/>
          <p:cNvSpPr txBox="1">
            <a:spLocks noGrp="1"/>
          </p:cNvSpPr>
          <p:nvPr>
            <p:ph type="title"/>
          </p:nvPr>
        </p:nvSpPr>
        <p:spPr>
          <a:xfrm>
            <a:off x="1260000" y="180105"/>
            <a:ext cx="6307200" cy="74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600" dirty="0"/>
              <a:t>Conclusion</a:t>
            </a:r>
            <a:endParaRPr sz="6000" dirty="0"/>
          </a:p>
        </p:txBody>
      </p:sp>
      <p:pic>
        <p:nvPicPr>
          <p:cNvPr id="354" name="Google Shape;354;p50"/>
          <p:cNvPicPr preferRelativeResize="0"/>
          <p:nvPr/>
        </p:nvPicPr>
        <p:blipFill>
          <a:blip r:embed="rId3">
            <a:alphaModFix/>
          </a:blip>
          <a:stretch>
            <a:fillRect/>
          </a:stretch>
        </p:blipFill>
        <p:spPr>
          <a:xfrm flipH="1">
            <a:off x="1382150" y="2914875"/>
            <a:ext cx="3571874" cy="3555501"/>
          </a:xfrm>
          <a:prstGeom prst="rect">
            <a:avLst/>
          </a:prstGeom>
          <a:noFill/>
          <a:ln>
            <a:noFill/>
          </a:ln>
        </p:spPr>
      </p:pic>
      <p:pic>
        <p:nvPicPr>
          <p:cNvPr id="355" name="Google Shape;355;p50"/>
          <p:cNvPicPr preferRelativeResize="0"/>
          <p:nvPr/>
        </p:nvPicPr>
        <p:blipFill>
          <a:blip r:embed="rId3">
            <a:alphaModFix/>
          </a:blip>
          <a:stretch>
            <a:fillRect/>
          </a:stretch>
        </p:blipFill>
        <p:spPr>
          <a:xfrm>
            <a:off x="366025" y="-902250"/>
            <a:ext cx="3571874" cy="3555501"/>
          </a:xfrm>
          <a:prstGeom prst="rect">
            <a:avLst/>
          </a:prstGeom>
          <a:noFill/>
          <a:ln>
            <a:noFill/>
          </a:ln>
        </p:spPr>
      </p:pic>
      <p:pic>
        <p:nvPicPr>
          <p:cNvPr id="356" name="Google Shape;356;p50"/>
          <p:cNvPicPr preferRelativeResize="0"/>
          <p:nvPr/>
        </p:nvPicPr>
        <p:blipFill>
          <a:blip r:embed="rId4">
            <a:alphaModFix/>
          </a:blip>
          <a:stretch>
            <a:fillRect/>
          </a:stretch>
        </p:blipFill>
        <p:spPr>
          <a:xfrm rot="-1040281">
            <a:off x="3942" y="4334795"/>
            <a:ext cx="1094832" cy="660578"/>
          </a:xfrm>
          <a:prstGeom prst="rect">
            <a:avLst/>
          </a:prstGeom>
          <a:noFill/>
          <a:ln>
            <a:noFill/>
          </a:ln>
        </p:spPr>
      </p:pic>
      <p:pic>
        <p:nvPicPr>
          <p:cNvPr id="358" name="Google Shape;358;p50"/>
          <p:cNvPicPr preferRelativeResize="0"/>
          <p:nvPr/>
        </p:nvPicPr>
        <p:blipFill>
          <a:blip r:embed="rId5">
            <a:alphaModFix/>
          </a:blip>
          <a:stretch>
            <a:fillRect/>
          </a:stretch>
        </p:blipFill>
        <p:spPr>
          <a:xfrm rot="-2179289">
            <a:off x="8685353" y="4277977"/>
            <a:ext cx="425447" cy="859254"/>
          </a:xfrm>
          <a:prstGeom prst="rect">
            <a:avLst/>
          </a:prstGeom>
          <a:noFill/>
          <a:ln>
            <a:noFill/>
          </a:ln>
        </p:spPr>
      </p:pic>
      <p:pic>
        <p:nvPicPr>
          <p:cNvPr id="359" name="Google Shape;359;p50"/>
          <p:cNvPicPr preferRelativeResize="0"/>
          <p:nvPr/>
        </p:nvPicPr>
        <p:blipFill>
          <a:blip r:embed="rId6">
            <a:alphaModFix/>
          </a:blip>
          <a:stretch>
            <a:fillRect/>
          </a:stretch>
        </p:blipFill>
        <p:spPr>
          <a:xfrm>
            <a:off x="266736" y="4530870"/>
            <a:ext cx="410064" cy="353468"/>
          </a:xfrm>
          <a:prstGeom prst="rect">
            <a:avLst/>
          </a:prstGeom>
          <a:noFill/>
          <a:ln>
            <a:noFill/>
          </a:ln>
        </p:spPr>
      </p:pic>
      <p:pic>
        <p:nvPicPr>
          <p:cNvPr id="360" name="Google Shape;360;p50"/>
          <p:cNvPicPr preferRelativeResize="0"/>
          <p:nvPr/>
        </p:nvPicPr>
        <p:blipFill>
          <a:blip r:embed="rId7">
            <a:alphaModFix/>
          </a:blip>
          <a:stretch>
            <a:fillRect/>
          </a:stretch>
        </p:blipFill>
        <p:spPr>
          <a:xfrm>
            <a:off x="8706486" y="-16682"/>
            <a:ext cx="875027" cy="892182"/>
          </a:xfrm>
          <a:prstGeom prst="rect">
            <a:avLst/>
          </a:prstGeom>
          <a:noFill/>
          <a:ln>
            <a:noFill/>
          </a:ln>
        </p:spPr>
      </p:pic>
      <p:sp>
        <p:nvSpPr>
          <p:cNvPr id="3" name="TextBox 2">
            <a:extLst>
              <a:ext uri="{FF2B5EF4-FFF2-40B4-BE49-F238E27FC236}">
                <a16:creationId xmlns:a16="http://schemas.microsoft.com/office/drawing/2014/main" id="{C1C88F94-8D45-4033-B53D-084D5AB19AF4}"/>
              </a:ext>
            </a:extLst>
          </p:cNvPr>
          <p:cNvSpPr txBox="1"/>
          <p:nvPr/>
        </p:nvSpPr>
        <p:spPr>
          <a:xfrm>
            <a:off x="1013460" y="1322681"/>
            <a:ext cx="7391399" cy="2246769"/>
          </a:xfrm>
          <a:prstGeom prst="rect">
            <a:avLst/>
          </a:prstGeom>
          <a:noFill/>
        </p:spPr>
        <p:txBody>
          <a:bodyPr wrap="square" rtlCol="0">
            <a:spAutoFit/>
          </a:bodyPr>
          <a:lstStyle/>
          <a:p>
            <a:r>
              <a:rPr lang="en-US" dirty="0">
                <a:solidFill>
                  <a:schemeClr val="bg2"/>
                </a:solidFill>
              </a:rPr>
              <a:t>The </a:t>
            </a:r>
            <a:r>
              <a:rPr lang="en-US" b="1" dirty="0">
                <a:solidFill>
                  <a:schemeClr val="bg2"/>
                </a:solidFill>
              </a:rPr>
              <a:t>Online Learning and Progress Tracking System</a:t>
            </a:r>
            <a:r>
              <a:rPr lang="en-US" dirty="0">
                <a:solidFill>
                  <a:schemeClr val="bg2"/>
                </a:solidFill>
              </a:rPr>
              <a:t> database project provides an organized and efficient way to manage courses, lessons, students, and their The Online Learning and Progress Tracking System database project provides an organized and efficient way to manage courses, lessons, students, and their</a:t>
            </a:r>
          </a:p>
          <a:p>
            <a:endParaRPr lang="en-US" dirty="0">
              <a:solidFill>
                <a:schemeClr val="bg2"/>
              </a:solidFill>
            </a:endParaRPr>
          </a:p>
          <a:p>
            <a:r>
              <a:rPr lang="en-US" dirty="0">
                <a:solidFill>
                  <a:schemeClr val="bg2"/>
                </a:solidFill>
              </a:rPr>
              <a:t>Using MySQL's features like joins, subqueries, aggregate functions, and advanced filtering, we can easily generate insights into students' progress, lesson completion, and course certifications. These queries allow for meaningful data analysis, such as identifying highly engaged students, monitoring lesson completion, and issuing certificates to those who meet course requirements.</a:t>
            </a:r>
            <a:endParaRPr lang="en-IN" dirty="0">
              <a:solidFill>
                <a:schemeClr val="bg2"/>
              </a:solidFill>
            </a:endParaRPr>
          </a:p>
        </p:txBody>
      </p:sp>
    </p:spTree>
    <p:extLst>
      <p:ext uri="{BB962C8B-B14F-4D97-AF65-F5344CB8AC3E}">
        <p14:creationId xmlns:p14="http://schemas.microsoft.com/office/powerpoint/2010/main" val="2551374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0"/>
          <p:cNvSpPr txBox="1">
            <a:spLocks noGrp="1"/>
          </p:cNvSpPr>
          <p:nvPr>
            <p:ph type="title"/>
          </p:nvPr>
        </p:nvSpPr>
        <p:spPr>
          <a:xfrm>
            <a:off x="4456800" y="820800"/>
            <a:ext cx="3973987" cy="1490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6600" dirty="0"/>
              <a:t>THANKS!</a:t>
            </a:r>
            <a:endParaRPr sz="6600" dirty="0"/>
          </a:p>
        </p:txBody>
      </p:sp>
      <p:pic>
        <p:nvPicPr>
          <p:cNvPr id="354" name="Google Shape;354;p50"/>
          <p:cNvPicPr preferRelativeResize="0"/>
          <p:nvPr/>
        </p:nvPicPr>
        <p:blipFill>
          <a:blip r:embed="rId3">
            <a:alphaModFix/>
          </a:blip>
          <a:stretch>
            <a:fillRect/>
          </a:stretch>
        </p:blipFill>
        <p:spPr>
          <a:xfrm flipH="1">
            <a:off x="1382150" y="2914875"/>
            <a:ext cx="3571874" cy="3555501"/>
          </a:xfrm>
          <a:prstGeom prst="rect">
            <a:avLst/>
          </a:prstGeom>
          <a:noFill/>
          <a:ln>
            <a:noFill/>
          </a:ln>
        </p:spPr>
      </p:pic>
      <p:pic>
        <p:nvPicPr>
          <p:cNvPr id="355" name="Google Shape;355;p50"/>
          <p:cNvPicPr preferRelativeResize="0"/>
          <p:nvPr/>
        </p:nvPicPr>
        <p:blipFill>
          <a:blip r:embed="rId3">
            <a:alphaModFix/>
          </a:blip>
          <a:stretch>
            <a:fillRect/>
          </a:stretch>
        </p:blipFill>
        <p:spPr>
          <a:xfrm>
            <a:off x="366025" y="-902250"/>
            <a:ext cx="3571874" cy="3555501"/>
          </a:xfrm>
          <a:prstGeom prst="rect">
            <a:avLst/>
          </a:prstGeom>
          <a:noFill/>
          <a:ln>
            <a:noFill/>
          </a:ln>
        </p:spPr>
      </p:pic>
      <p:pic>
        <p:nvPicPr>
          <p:cNvPr id="356" name="Google Shape;356;p50"/>
          <p:cNvPicPr preferRelativeResize="0"/>
          <p:nvPr/>
        </p:nvPicPr>
        <p:blipFill>
          <a:blip r:embed="rId4">
            <a:alphaModFix/>
          </a:blip>
          <a:stretch>
            <a:fillRect/>
          </a:stretch>
        </p:blipFill>
        <p:spPr>
          <a:xfrm rot="-1040281">
            <a:off x="447483" y="2367447"/>
            <a:ext cx="3408965" cy="1293349"/>
          </a:xfrm>
          <a:prstGeom prst="rect">
            <a:avLst/>
          </a:prstGeom>
          <a:noFill/>
          <a:ln>
            <a:noFill/>
          </a:ln>
        </p:spPr>
      </p:pic>
      <p:pic>
        <p:nvPicPr>
          <p:cNvPr id="357" name="Google Shape;357;p50"/>
          <p:cNvPicPr preferRelativeResize="0"/>
          <p:nvPr/>
        </p:nvPicPr>
        <p:blipFill>
          <a:blip r:embed="rId5">
            <a:alphaModFix/>
          </a:blip>
          <a:stretch>
            <a:fillRect/>
          </a:stretch>
        </p:blipFill>
        <p:spPr>
          <a:xfrm>
            <a:off x="1504649" y="3079454"/>
            <a:ext cx="2244101" cy="1554825"/>
          </a:xfrm>
          <a:prstGeom prst="rect">
            <a:avLst/>
          </a:prstGeom>
          <a:noFill/>
          <a:ln>
            <a:noFill/>
          </a:ln>
        </p:spPr>
      </p:pic>
      <p:pic>
        <p:nvPicPr>
          <p:cNvPr id="358" name="Google Shape;358;p50"/>
          <p:cNvPicPr preferRelativeResize="0"/>
          <p:nvPr/>
        </p:nvPicPr>
        <p:blipFill>
          <a:blip r:embed="rId6">
            <a:alphaModFix/>
          </a:blip>
          <a:stretch>
            <a:fillRect/>
          </a:stretch>
        </p:blipFill>
        <p:spPr>
          <a:xfrm rot="-2179289">
            <a:off x="1975039" y="1238001"/>
            <a:ext cx="1001075" cy="2250502"/>
          </a:xfrm>
          <a:prstGeom prst="rect">
            <a:avLst/>
          </a:prstGeom>
          <a:noFill/>
          <a:ln>
            <a:noFill/>
          </a:ln>
        </p:spPr>
      </p:pic>
      <p:pic>
        <p:nvPicPr>
          <p:cNvPr id="359" name="Google Shape;359;p50"/>
          <p:cNvPicPr preferRelativeResize="0"/>
          <p:nvPr/>
        </p:nvPicPr>
        <p:blipFill>
          <a:blip r:embed="rId7">
            <a:alphaModFix/>
          </a:blip>
          <a:stretch>
            <a:fillRect/>
          </a:stretch>
        </p:blipFill>
        <p:spPr>
          <a:xfrm>
            <a:off x="554736" y="3616826"/>
            <a:ext cx="616990" cy="618625"/>
          </a:xfrm>
          <a:prstGeom prst="rect">
            <a:avLst/>
          </a:prstGeom>
          <a:noFill/>
          <a:ln>
            <a:noFill/>
          </a:ln>
        </p:spPr>
      </p:pic>
      <p:pic>
        <p:nvPicPr>
          <p:cNvPr id="360" name="Google Shape;360;p50"/>
          <p:cNvPicPr preferRelativeResize="0"/>
          <p:nvPr/>
        </p:nvPicPr>
        <p:blipFill>
          <a:blip r:embed="rId8">
            <a:alphaModFix/>
          </a:blip>
          <a:stretch>
            <a:fillRect/>
          </a:stretch>
        </p:blipFill>
        <p:spPr>
          <a:xfrm>
            <a:off x="2730566" y="1210609"/>
            <a:ext cx="875027" cy="892182"/>
          </a:xfrm>
          <a:prstGeom prst="rect">
            <a:avLst/>
          </a:prstGeom>
          <a:noFill/>
          <a:ln>
            <a:noFill/>
          </a:ln>
        </p:spPr>
      </p:pic>
    </p:spTree>
  </p:cSld>
  <p:clrMapOvr>
    <a:masterClrMapping/>
  </p:clrMapOvr>
</p:sld>
</file>

<file path=ppt/theme/theme1.xml><?xml version="1.0" encoding="utf-8"?>
<a:theme xmlns:a="http://schemas.openxmlformats.org/drawingml/2006/main" name="Black and Gold Pitch Deck by Slidesgo">
  <a:themeElements>
    <a:clrScheme name="Simple Light">
      <a:dk1>
        <a:srgbClr val="000000"/>
      </a:dk1>
      <a:lt1>
        <a:srgbClr val="E9C78C"/>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1484</TotalTime>
  <Words>631</Words>
  <Application>Microsoft Office PowerPoint</Application>
  <PresentationFormat>On-screen Show (16:9)</PresentationFormat>
  <Paragraphs>71</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Anaheim</vt:lpstr>
      <vt:lpstr>Courier New</vt:lpstr>
      <vt:lpstr>Arial</vt:lpstr>
      <vt:lpstr>Fira Sans Extra Condensed Medium</vt:lpstr>
      <vt:lpstr>Open Sans</vt:lpstr>
      <vt:lpstr>Teko</vt:lpstr>
      <vt:lpstr>Josefin Sans</vt:lpstr>
      <vt:lpstr>Cardo</vt:lpstr>
      <vt:lpstr>Roboto Condensed Light</vt:lpstr>
      <vt:lpstr>Black and Gold Pitch Deck by Slidesgo</vt:lpstr>
      <vt:lpstr>Online Learning and Progress Tracking System</vt:lpstr>
      <vt:lpstr>Introduction</vt:lpstr>
      <vt:lpstr>Key Components of the System</vt:lpstr>
      <vt:lpstr>Goal</vt:lpstr>
      <vt:lpstr>PowerPoint Presentation</vt:lpstr>
      <vt:lpstr>Data Definition Language</vt:lpstr>
      <vt:lpstr>Data Definition Language</vt:lpstr>
      <vt:lpstr>Data Definition Language(Create)</vt:lpstr>
      <vt:lpstr>Data Definition Language(Create)</vt:lpstr>
      <vt:lpstr>Data Manipulation Language</vt:lpstr>
      <vt:lpstr>Data Manipulation Language (Insert)</vt:lpstr>
      <vt:lpstr>Data Query Language</vt:lpstr>
      <vt:lpstr>Select &amp; Where Clause</vt:lpstr>
      <vt:lpstr>Using Link Operator &amp; Case Statements</vt:lpstr>
      <vt:lpstr>Sub-Query &amp; Group By</vt:lpstr>
      <vt:lpstr>Having Clause &amp; Limit</vt:lpstr>
      <vt:lpstr>JOINS</vt:lpstr>
      <vt:lpstr>PowerPoint Presentation</vt:lpstr>
      <vt:lpstr>PowerPoint Presentation</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Sanket</dc:creator>
  <cp:lastModifiedBy>Vishwas Shendge</cp:lastModifiedBy>
  <cp:revision>5</cp:revision>
  <dcterms:modified xsi:type="dcterms:W3CDTF">2024-11-22T17:01:35Z</dcterms:modified>
</cp:coreProperties>
</file>